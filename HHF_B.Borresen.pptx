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  <p:sldMasterId id="2147483688" r:id="rId7"/>
    <p:sldMasterId id="2147483667" r:id="rId8"/>
  </p:sldMasterIdLst>
  <p:notesMasterIdLst>
    <p:notesMasterId r:id="rId38"/>
  </p:notesMasterIdLst>
  <p:sldIdLst>
    <p:sldId id="310" r:id="rId9"/>
    <p:sldId id="311" r:id="rId10"/>
    <p:sldId id="314" r:id="rId11"/>
    <p:sldId id="315" r:id="rId12"/>
    <p:sldId id="313" r:id="rId13"/>
    <p:sldId id="316" r:id="rId14"/>
    <p:sldId id="312" r:id="rId15"/>
    <p:sldId id="338" r:id="rId16"/>
    <p:sldId id="318" r:id="rId17"/>
    <p:sldId id="317" r:id="rId18"/>
    <p:sldId id="336" r:id="rId19"/>
    <p:sldId id="335" r:id="rId20"/>
    <p:sldId id="337" r:id="rId21"/>
    <p:sldId id="320" r:id="rId22"/>
    <p:sldId id="321" r:id="rId23"/>
    <p:sldId id="339" r:id="rId24"/>
    <p:sldId id="322" r:id="rId25"/>
    <p:sldId id="323" r:id="rId26"/>
    <p:sldId id="324" r:id="rId27"/>
    <p:sldId id="325" r:id="rId28"/>
    <p:sldId id="334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</p:sldIdLst>
  <p:sldSz cx="12192000" cy="6858000"/>
  <p:notesSz cx="6858000" cy="9144000"/>
  <p:custDataLst>
    <p:tags r:id="rId39"/>
  </p:custDataLst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 meg" id="{60686829-BFCC-204F-A927-A9F4C8ED29D8}">
          <p14:sldIdLst>
            <p14:sldId id="310"/>
            <p14:sldId id="311"/>
            <p14:sldId id="314"/>
            <p14:sldId id="315"/>
            <p14:sldId id="313"/>
            <p14:sldId id="316"/>
            <p14:sldId id="312"/>
            <p14:sldId id="338"/>
            <p14:sldId id="318"/>
            <p14:sldId id="317"/>
            <p14:sldId id="336"/>
            <p14:sldId id="335"/>
            <p14:sldId id="337"/>
            <p14:sldId id="320"/>
            <p14:sldId id="321"/>
            <p14:sldId id="339"/>
            <p14:sldId id="322"/>
            <p14:sldId id="323"/>
            <p14:sldId id="324"/>
            <p14:sldId id="325"/>
            <p14:sldId id="334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92E"/>
    <a:srgbClr val="FFDF00"/>
    <a:srgbClr val="E3E3E3"/>
    <a:srgbClr val="59595B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29" autoAdjust="0"/>
  </p:normalViewPr>
  <p:slideViewPr>
    <p:cSldViewPr snapToGrid="0" snapToObjects="1">
      <p:cViewPr varScale="1">
        <p:scale>
          <a:sx n="78" d="100"/>
          <a:sy n="78" d="100"/>
        </p:scale>
        <p:origin x="120" y="4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0"/>
    </p:cViewPr>
  </p:sorterViewPr>
  <p:notesViewPr>
    <p:cSldViewPr snapToGrid="0" snapToObjects="1">
      <p:cViewPr varScale="1">
        <p:scale>
          <a:sx n="84" d="100"/>
          <a:sy n="84" d="100"/>
        </p:scale>
        <p:origin x="332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gs" Target="tags/tag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ørresen, Bjarne" userId="349da8d2-23b5-4773-b837-43ed3871a85f" providerId="ADAL" clId="{27ED3D5A-631B-4BD5-A89B-1F491C617E6F}"/>
    <pc:docChg chg="undo custSel addSld delSld modSld sldOrd modSection">
      <pc:chgData name="Børresen, Bjarne" userId="349da8d2-23b5-4773-b837-43ed3871a85f" providerId="ADAL" clId="{27ED3D5A-631B-4BD5-A89B-1F491C617E6F}" dt="2022-06-30T05:46:42.689" v="1686" actId="171"/>
      <pc:docMkLst>
        <pc:docMk/>
      </pc:docMkLst>
      <pc:sldChg chg="addSp modSp mod">
        <pc:chgData name="Børresen, Bjarne" userId="349da8d2-23b5-4773-b837-43ed3871a85f" providerId="ADAL" clId="{27ED3D5A-631B-4BD5-A89B-1F491C617E6F}" dt="2022-06-30T05:46:42.689" v="1686" actId="171"/>
        <pc:sldMkLst>
          <pc:docMk/>
          <pc:sldMk cId="4203992987" sldId="310"/>
        </pc:sldMkLst>
        <pc:spChg chg="add mod ord">
          <ac:chgData name="Børresen, Bjarne" userId="349da8d2-23b5-4773-b837-43ed3871a85f" providerId="ADAL" clId="{27ED3D5A-631B-4BD5-A89B-1F491C617E6F}" dt="2022-06-30T05:46:42.689" v="1686" actId="171"/>
          <ac:spMkLst>
            <pc:docMk/>
            <pc:sldMk cId="4203992987" sldId="310"/>
            <ac:spMk id="7" creationId="{8CF12A20-1F0B-4607-CE3B-774EF432534B}"/>
          </ac:spMkLst>
        </pc:spChg>
        <pc:grpChg chg="add mod">
          <ac:chgData name="Børresen, Bjarne" userId="349da8d2-23b5-4773-b837-43ed3871a85f" providerId="ADAL" clId="{27ED3D5A-631B-4BD5-A89B-1F491C617E6F}" dt="2022-06-30T05:46:20.611" v="1683" actId="1076"/>
          <ac:grpSpMkLst>
            <pc:docMk/>
            <pc:sldMk cId="4203992987" sldId="310"/>
            <ac:grpSpMk id="4" creationId="{5AE7EC8B-7DDB-3AD4-CC64-FBB16C1702FE}"/>
          </ac:grpSpMkLst>
        </pc:grpChg>
        <pc:picChg chg="mod">
          <ac:chgData name="Børresen, Bjarne" userId="349da8d2-23b5-4773-b837-43ed3871a85f" providerId="ADAL" clId="{27ED3D5A-631B-4BD5-A89B-1F491C617E6F}" dt="2022-06-30T05:46:12.474" v="1680"/>
          <ac:picMkLst>
            <pc:docMk/>
            <pc:sldMk cId="4203992987" sldId="310"/>
            <ac:picMk id="5" creationId="{948864CA-840C-76FD-1140-B58E3E9B66B8}"/>
          </ac:picMkLst>
        </pc:picChg>
        <pc:picChg chg="mod">
          <ac:chgData name="Børresen, Bjarne" userId="349da8d2-23b5-4773-b837-43ed3871a85f" providerId="ADAL" clId="{27ED3D5A-631B-4BD5-A89B-1F491C617E6F}" dt="2022-06-30T05:46:12.474" v="1680"/>
          <ac:picMkLst>
            <pc:docMk/>
            <pc:sldMk cId="4203992987" sldId="310"/>
            <ac:picMk id="6" creationId="{A3AF3673-1F08-7DFA-4AC1-84C5B3148A4B}"/>
          </ac:picMkLst>
        </pc:picChg>
      </pc:sldChg>
      <pc:sldChg chg="addSp delSp modSp">
        <pc:chgData name="Børresen, Bjarne" userId="349da8d2-23b5-4773-b837-43ed3871a85f" providerId="ADAL" clId="{27ED3D5A-631B-4BD5-A89B-1F491C617E6F}" dt="2022-06-26T16:32:00.972" v="1521" actId="20577"/>
        <pc:sldMkLst>
          <pc:docMk/>
          <pc:sldMk cId="634568256" sldId="311"/>
        </pc:sldMkLst>
        <pc:spChg chg="mod">
          <ac:chgData name="Børresen, Bjarne" userId="349da8d2-23b5-4773-b837-43ed3871a85f" providerId="ADAL" clId="{27ED3D5A-631B-4BD5-A89B-1F491C617E6F}" dt="2022-06-26T16:32:00.972" v="1521" actId="20577"/>
          <ac:spMkLst>
            <pc:docMk/>
            <pc:sldMk cId="634568256" sldId="311"/>
            <ac:spMk id="3" creationId="{804444A8-0CF5-74F1-13E8-7293F762CE58}"/>
          </ac:spMkLst>
        </pc:spChg>
        <pc:spChg chg="del">
          <ac:chgData name="Børresen, Bjarne" userId="349da8d2-23b5-4773-b837-43ed3871a85f" providerId="ADAL" clId="{27ED3D5A-631B-4BD5-A89B-1F491C617E6F}" dt="2022-06-25T11:22:51.748" v="682"/>
          <ac:spMkLst>
            <pc:docMk/>
            <pc:sldMk cId="634568256" sldId="311"/>
            <ac:spMk id="4" creationId="{C5C6DB02-AF56-999E-5D58-CEA94AB4B88D}"/>
          </ac:spMkLst>
        </pc:spChg>
        <pc:picChg chg="add mod">
          <ac:chgData name="Børresen, Bjarne" userId="349da8d2-23b5-4773-b837-43ed3871a85f" providerId="ADAL" clId="{27ED3D5A-631B-4BD5-A89B-1F491C617E6F}" dt="2022-06-25T11:23:03.755" v="686" actId="1076"/>
          <ac:picMkLst>
            <pc:docMk/>
            <pc:sldMk cId="634568256" sldId="311"/>
            <ac:picMk id="5" creationId="{B3A8CD82-58E7-7BE0-01A5-EF37062CA9A2}"/>
          </ac:picMkLst>
        </pc:picChg>
      </pc:sldChg>
      <pc:sldChg chg="addSp delSp modSp mod">
        <pc:chgData name="Børresen, Bjarne" userId="349da8d2-23b5-4773-b837-43ed3871a85f" providerId="ADAL" clId="{27ED3D5A-631B-4BD5-A89B-1F491C617E6F}" dt="2022-06-25T09:22:55.712" v="198" actId="14100"/>
        <pc:sldMkLst>
          <pc:docMk/>
          <pc:sldMk cId="544740766" sldId="312"/>
        </pc:sldMkLst>
        <pc:spChg chg="del">
          <ac:chgData name="Børresen, Bjarne" userId="349da8d2-23b5-4773-b837-43ed3871a85f" providerId="ADAL" clId="{27ED3D5A-631B-4BD5-A89B-1F491C617E6F}" dt="2022-06-25T09:22:40.808" v="192" actId="931"/>
          <ac:spMkLst>
            <pc:docMk/>
            <pc:sldMk cId="544740766" sldId="312"/>
            <ac:spMk id="3" creationId="{B0021BA9-BF56-6BBC-7D49-3CDA3227BB36}"/>
          </ac:spMkLst>
        </pc:spChg>
        <pc:picChg chg="add mod">
          <ac:chgData name="Børresen, Bjarne" userId="349da8d2-23b5-4773-b837-43ed3871a85f" providerId="ADAL" clId="{27ED3D5A-631B-4BD5-A89B-1F491C617E6F}" dt="2022-06-25T09:22:55.712" v="198" actId="14100"/>
          <ac:picMkLst>
            <pc:docMk/>
            <pc:sldMk cId="544740766" sldId="312"/>
            <ac:picMk id="5" creationId="{15AFE538-7B57-4AAA-6C69-B3E6060D0185}"/>
          </ac:picMkLst>
        </pc:picChg>
      </pc:sldChg>
      <pc:sldChg chg="modSp">
        <pc:chgData name="Børresen, Bjarne" userId="349da8d2-23b5-4773-b837-43ed3871a85f" providerId="ADAL" clId="{27ED3D5A-631B-4BD5-A89B-1F491C617E6F}" dt="2022-06-26T16:35:07.207" v="1633" actId="20577"/>
        <pc:sldMkLst>
          <pc:docMk/>
          <pc:sldMk cId="3138392507" sldId="314"/>
        </pc:sldMkLst>
        <pc:spChg chg="mod">
          <ac:chgData name="Børresen, Bjarne" userId="349da8d2-23b5-4773-b837-43ed3871a85f" providerId="ADAL" clId="{27ED3D5A-631B-4BD5-A89B-1F491C617E6F}" dt="2022-06-26T16:35:07.207" v="1633" actId="20577"/>
          <ac:spMkLst>
            <pc:docMk/>
            <pc:sldMk cId="3138392507" sldId="314"/>
            <ac:spMk id="4" creationId="{E8CB0191-B0C1-00B6-92A3-D7DC62DEF692}"/>
          </ac:spMkLst>
        </pc:spChg>
      </pc:sldChg>
      <pc:sldChg chg="addSp delSp modSp mod">
        <pc:chgData name="Børresen, Bjarne" userId="349da8d2-23b5-4773-b837-43ed3871a85f" providerId="ADAL" clId="{27ED3D5A-631B-4BD5-A89B-1F491C617E6F}" dt="2022-06-26T08:35:11.072" v="696" actId="1076"/>
        <pc:sldMkLst>
          <pc:docMk/>
          <pc:sldMk cId="3140286862" sldId="317"/>
        </pc:sldMkLst>
        <pc:spChg chg="mod">
          <ac:chgData name="Børresen, Bjarne" userId="349da8d2-23b5-4773-b837-43ed3871a85f" providerId="ADAL" clId="{27ED3D5A-631B-4BD5-A89B-1F491C617E6F}" dt="2022-06-25T08:35:18.232" v="65" actId="20577"/>
          <ac:spMkLst>
            <pc:docMk/>
            <pc:sldMk cId="3140286862" sldId="317"/>
            <ac:spMk id="2" creationId="{EBBEA792-F985-93FB-0D2D-FD8C6B876EB7}"/>
          </ac:spMkLst>
        </pc:spChg>
        <pc:spChg chg="del">
          <ac:chgData name="Børresen, Bjarne" userId="349da8d2-23b5-4773-b837-43ed3871a85f" providerId="ADAL" clId="{27ED3D5A-631B-4BD5-A89B-1F491C617E6F}" dt="2022-06-26T08:33:56.482" v="692" actId="22"/>
          <ac:spMkLst>
            <pc:docMk/>
            <pc:sldMk cId="3140286862" sldId="317"/>
            <ac:spMk id="3" creationId="{28F862F1-A454-9B92-056D-E66411E87258}"/>
          </ac:spMkLst>
        </pc:spChg>
        <pc:picChg chg="add mod ord">
          <ac:chgData name="Børresen, Bjarne" userId="349da8d2-23b5-4773-b837-43ed3871a85f" providerId="ADAL" clId="{27ED3D5A-631B-4BD5-A89B-1F491C617E6F}" dt="2022-06-26T08:34:04.669" v="694" actId="14100"/>
          <ac:picMkLst>
            <pc:docMk/>
            <pc:sldMk cId="3140286862" sldId="317"/>
            <ac:picMk id="5" creationId="{9B57A40C-2016-A40E-C7EE-6F82E3CBA2F3}"/>
          </ac:picMkLst>
        </pc:picChg>
        <pc:picChg chg="add mod">
          <ac:chgData name="Børresen, Bjarne" userId="349da8d2-23b5-4773-b837-43ed3871a85f" providerId="ADAL" clId="{27ED3D5A-631B-4BD5-A89B-1F491C617E6F}" dt="2022-06-26T08:35:11.072" v="696" actId="1076"/>
          <ac:picMkLst>
            <pc:docMk/>
            <pc:sldMk cId="3140286862" sldId="317"/>
            <ac:picMk id="7" creationId="{65BBC963-1460-B7C3-06A8-5EBB4624B387}"/>
          </ac:picMkLst>
        </pc:picChg>
      </pc:sldChg>
      <pc:sldChg chg="addSp delSp modSp mod">
        <pc:chgData name="Børresen, Bjarne" userId="349da8d2-23b5-4773-b837-43ed3871a85f" providerId="ADAL" clId="{27ED3D5A-631B-4BD5-A89B-1F491C617E6F}" dt="2022-06-26T08:31:19.389" v="691" actId="14100"/>
        <pc:sldMkLst>
          <pc:docMk/>
          <pc:sldMk cId="3026674864" sldId="318"/>
        </pc:sldMkLst>
        <pc:spChg chg="del">
          <ac:chgData name="Børresen, Bjarne" userId="349da8d2-23b5-4773-b837-43ed3871a85f" providerId="ADAL" clId="{27ED3D5A-631B-4BD5-A89B-1F491C617E6F}" dt="2022-06-26T08:31:06.113" v="687" actId="22"/>
          <ac:spMkLst>
            <pc:docMk/>
            <pc:sldMk cId="3026674864" sldId="318"/>
            <ac:spMk id="4" creationId="{6E559F62-6E56-A93A-D54C-DC741ADC74EA}"/>
          </ac:spMkLst>
        </pc:spChg>
        <pc:picChg chg="add mod ord">
          <ac:chgData name="Børresen, Bjarne" userId="349da8d2-23b5-4773-b837-43ed3871a85f" providerId="ADAL" clId="{27ED3D5A-631B-4BD5-A89B-1F491C617E6F}" dt="2022-06-26T08:31:19.389" v="691" actId="14100"/>
          <ac:picMkLst>
            <pc:docMk/>
            <pc:sldMk cId="3026674864" sldId="318"/>
            <ac:picMk id="5" creationId="{07507EC4-D197-4A0C-AC95-1121228A5FDB}"/>
          </ac:picMkLst>
        </pc:picChg>
      </pc:sldChg>
      <pc:sldChg chg="modSp new del mod">
        <pc:chgData name="Børresen, Bjarne" userId="349da8d2-23b5-4773-b837-43ed3871a85f" providerId="ADAL" clId="{27ED3D5A-631B-4BD5-A89B-1F491C617E6F}" dt="2022-06-26T08:56:23.116" v="731" actId="47"/>
        <pc:sldMkLst>
          <pc:docMk/>
          <pc:sldMk cId="42608020" sldId="319"/>
        </pc:sldMkLst>
        <pc:spChg chg="mod">
          <ac:chgData name="Børresen, Bjarne" userId="349da8d2-23b5-4773-b837-43ed3871a85f" providerId="ADAL" clId="{27ED3D5A-631B-4BD5-A89B-1F491C617E6F}" dt="2022-06-25T08:36:47.301" v="142" actId="20577"/>
          <ac:spMkLst>
            <pc:docMk/>
            <pc:sldMk cId="42608020" sldId="319"/>
            <ac:spMk id="2" creationId="{9A5A5077-ACF3-9F6C-0D7B-F4422146CE8D}"/>
          </ac:spMkLst>
        </pc:spChg>
      </pc:sldChg>
      <pc:sldChg chg="addSp delSp modSp new mod">
        <pc:chgData name="Børresen, Bjarne" userId="349da8d2-23b5-4773-b837-43ed3871a85f" providerId="ADAL" clId="{27ED3D5A-631B-4BD5-A89B-1F491C617E6F}" dt="2022-06-26T11:46:30.797" v="756" actId="14100"/>
        <pc:sldMkLst>
          <pc:docMk/>
          <pc:sldMk cId="3773676963" sldId="320"/>
        </pc:sldMkLst>
        <pc:spChg chg="mod">
          <ac:chgData name="Børresen, Bjarne" userId="349da8d2-23b5-4773-b837-43ed3871a85f" providerId="ADAL" clId="{27ED3D5A-631B-4BD5-A89B-1F491C617E6F}" dt="2022-06-25T08:36:56.337" v="161" actId="20577"/>
          <ac:spMkLst>
            <pc:docMk/>
            <pc:sldMk cId="3773676963" sldId="320"/>
            <ac:spMk id="2" creationId="{42D7F058-3D6E-A935-E2B4-D66488FC5347}"/>
          </ac:spMkLst>
        </pc:spChg>
        <pc:spChg chg="del">
          <ac:chgData name="Børresen, Bjarne" userId="349da8d2-23b5-4773-b837-43ed3871a85f" providerId="ADAL" clId="{27ED3D5A-631B-4BD5-A89B-1F491C617E6F}" dt="2022-06-26T11:46:23.330" v="752" actId="931"/>
          <ac:spMkLst>
            <pc:docMk/>
            <pc:sldMk cId="3773676963" sldId="320"/>
            <ac:spMk id="3" creationId="{FB48D6D1-897E-1B6E-EE1E-6EC957FA75D2}"/>
          </ac:spMkLst>
        </pc:spChg>
        <pc:picChg chg="add mod">
          <ac:chgData name="Børresen, Bjarne" userId="349da8d2-23b5-4773-b837-43ed3871a85f" providerId="ADAL" clId="{27ED3D5A-631B-4BD5-A89B-1F491C617E6F}" dt="2022-06-26T11:46:30.797" v="756" actId="14100"/>
          <ac:picMkLst>
            <pc:docMk/>
            <pc:sldMk cId="3773676963" sldId="320"/>
            <ac:picMk id="5" creationId="{259C60A7-F8EE-6D1A-A334-A0E93199AA06}"/>
          </ac:picMkLst>
        </pc:picChg>
      </pc:sldChg>
      <pc:sldChg chg="addSp delSp modSp new mod">
        <pc:chgData name="Børresen, Bjarne" userId="349da8d2-23b5-4773-b837-43ed3871a85f" providerId="ADAL" clId="{27ED3D5A-631B-4BD5-A89B-1F491C617E6F}" dt="2022-06-26T11:54:13.627" v="762" actId="14100"/>
        <pc:sldMkLst>
          <pc:docMk/>
          <pc:sldMk cId="1200982036" sldId="321"/>
        </pc:sldMkLst>
        <pc:spChg chg="mod">
          <ac:chgData name="Børresen, Bjarne" userId="349da8d2-23b5-4773-b837-43ed3871a85f" providerId="ADAL" clId="{27ED3D5A-631B-4BD5-A89B-1F491C617E6F}" dt="2022-06-25T08:39:40.850" v="191" actId="20577"/>
          <ac:spMkLst>
            <pc:docMk/>
            <pc:sldMk cId="1200982036" sldId="321"/>
            <ac:spMk id="2" creationId="{E243ADB5-7775-9BA6-BD69-05E4E02EE78C}"/>
          </ac:spMkLst>
        </pc:spChg>
        <pc:spChg chg="del">
          <ac:chgData name="Børresen, Bjarne" userId="349da8d2-23b5-4773-b837-43ed3871a85f" providerId="ADAL" clId="{27ED3D5A-631B-4BD5-A89B-1F491C617E6F}" dt="2022-06-26T11:54:03.742" v="757" actId="931"/>
          <ac:spMkLst>
            <pc:docMk/>
            <pc:sldMk cId="1200982036" sldId="321"/>
            <ac:spMk id="3" creationId="{0DF4645A-3915-B2A3-E51C-4ADD44BA4B48}"/>
          </ac:spMkLst>
        </pc:spChg>
        <pc:picChg chg="add mod">
          <ac:chgData name="Børresen, Bjarne" userId="349da8d2-23b5-4773-b837-43ed3871a85f" providerId="ADAL" clId="{27ED3D5A-631B-4BD5-A89B-1F491C617E6F}" dt="2022-06-26T11:54:13.627" v="762" actId="14100"/>
          <ac:picMkLst>
            <pc:docMk/>
            <pc:sldMk cId="1200982036" sldId="321"/>
            <ac:picMk id="5" creationId="{1EFE9976-55AC-8BBD-DE75-2B7644A726EB}"/>
          </ac:picMkLst>
        </pc:picChg>
      </pc:sldChg>
      <pc:sldChg chg="addSp delSp modSp add">
        <pc:chgData name="Børresen, Bjarne" userId="349da8d2-23b5-4773-b837-43ed3871a85f" providerId="ADAL" clId="{27ED3D5A-631B-4BD5-A89B-1F491C617E6F}" dt="2022-06-26T12:00:17.537" v="768"/>
        <pc:sldMkLst>
          <pc:docMk/>
          <pc:sldMk cId="416570157" sldId="322"/>
        </pc:sldMkLst>
        <pc:spChg chg="mod">
          <ac:chgData name="Børresen, Bjarne" userId="349da8d2-23b5-4773-b837-43ed3871a85f" providerId="ADAL" clId="{27ED3D5A-631B-4BD5-A89B-1F491C617E6F}" dt="2022-06-25T09:26:22.937" v="218" actId="20577"/>
          <ac:spMkLst>
            <pc:docMk/>
            <pc:sldMk cId="416570157" sldId="322"/>
            <ac:spMk id="2" creationId="{E243ADB5-7775-9BA6-BD69-05E4E02EE78C}"/>
          </ac:spMkLst>
        </pc:spChg>
        <pc:spChg chg="del">
          <ac:chgData name="Børresen, Bjarne" userId="349da8d2-23b5-4773-b837-43ed3871a85f" providerId="ADAL" clId="{27ED3D5A-631B-4BD5-A89B-1F491C617E6F}" dt="2022-06-26T12:00:17.537" v="768"/>
          <ac:spMkLst>
            <pc:docMk/>
            <pc:sldMk cId="416570157" sldId="322"/>
            <ac:spMk id="3" creationId="{0DF4645A-3915-B2A3-E51C-4ADD44BA4B48}"/>
          </ac:spMkLst>
        </pc:spChg>
        <pc:graphicFrameChg chg="add mod">
          <ac:chgData name="Børresen, Bjarne" userId="349da8d2-23b5-4773-b837-43ed3871a85f" providerId="ADAL" clId="{27ED3D5A-631B-4BD5-A89B-1F491C617E6F}" dt="2022-06-26T12:00:17.537" v="768"/>
          <ac:graphicFrameMkLst>
            <pc:docMk/>
            <pc:sldMk cId="416570157" sldId="322"/>
            <ac:graphicFrameMk id="4" creationId="{3B9E1448-75B0-56D3-917B-C542EFA00D11}"/>
          </ac:graphicFrameMkLst>
        </pc:graphicFrameChg>
      </pc:sldChg>
      <pc:sldChg chg="addSp delSp modSp add mod">
        <pc:chgData name="Børresen, Bjarne" userId="349da8d2-23b5-4773-b837-43ed3871a85f" providerId="ADAL" clId="{27ED3D5A-631B-4BD5-A89B-1F491C617E6F}" dt="2022-06-26T11:59:41.426" v="767" actId="1076"/>
        <pc:sldMkLst>
          <pc:docMk/>
          <pc:sldMk cId="982730747" sldId="323"/>
        </pc:sldMkLst>
        <pc:spChg chg="mod">
          <ac:chgData name="Børresen, Bjarne" userId="349da8d2-23b5-4773-b837-43ed3871a85f" providerId="ADAL" clId="{27ED3D5A-631B-4BD5-A89B-1F491C617E6F}" dt="2022-06-25T09:26:33.295" v="246" actId="20577"/>
          <ac:spMkLst>
            <pc:docMk/>
            <pc:sldMk cId="982730747" sldId="323"/>
            <ac:spMk id="2" creationId="{EDAC365C-1168-BE96-EC15-F897D859CBEC}"/>
          </ac:spMkLst>
        </pc:spChg>
        <pc:spChg chg="del">
          <ac:chgData name="Børresen, Bjarne" userId="349da8d2-23b5-4773-b837-43ed3871a85f" providerId="ADAL" clId="{27ED3D5A-631B-4BD5-A89B-1F491C617E6F}" dt="2022-06-26T11:59:32.580" v="763"/>
          <ac:spMkLst>
            <pc:docMk/>
            <pc:sldMk cId="982730747" sldId="323"/>
            <ac:spMk id="3" creationId="{3CEFF8BA-957D-87AD-1163-3AA6AF4B9861}"/>
          </ac:spMkLst>
        </pc:spChg>
        <pc:picChg chg="add mod">
          <ac:chgData name="Børresen, Bjarne" userId="349da8d2-23b5-4773-b837-43ed3871a85f" providerId="ADAL" clId="{27ED3D5A-631B-4BD5-A89B-1F491C617E6F}" dt="2022-06-26T11:59:41.426" v="767" actId="1076"/>
          <ac:picMkLst>
            <pc:docMk/>
            <pc:sldMk cId="982730747" sldId="323"/>
            <ac:picMk id="4" creationId="{03FAE42D-00FF-7F44-EB42-5410388661E5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2:03:55.846" v="793" actId="1037"/>
        <pc:sldMkLst>
          <pc:docMk/>
          <pc:sldMk cId="210955780" sldId="324"/>
        </pc:sldMkLst>
        <pc:spChg chg="mod">
          <ac:chgData name="Børresen, Bjarne" userId="349da8d2-23b5-4773-b837-43ed3871a85f" providerId="ADAL" clId="{27ED3D5A-631B-4BD5-A89B-1F491C617E6F}" dt="2022-06-25T09:26:44.289" v="281" actId="20577"/>
          <ac:spMkLst>
            <pc:docMk/>
            <pc:sldMk cId="210955780" sldId="324"/>
            <ac:spMk id="2" creationId="{2882682B-B748-C185-9D95-A09DB0248D96}"/>
          </ac:spMkLst>
        </pc:spChg>
        <pc:spChg chg="del">
          <ac:chgData name="Børresen, Bjarne" userId="349da8d2-23b5-4773-b837-43ed3871a85f" providerId="ADAL" clId="{27ED3D5A-631B-4BD5-A89B-1F491C617E6F}" dt="2022-06-26T12:02:44.460" v="771" actId="931"/>
          <ac:spMkLst>
            <pc:docMk/>
            <pc:sldMk cId="210955780" sldId="324"/>
            <ac:spMk id="3" creationId="{197DE88E-5A11-A827-459E-93BBE9DC9B88}"/>
          </ac:spMkLst>
        </pc:spChg>
        <pc:picChg chg="add del mod">
          <ac:chgData name="Børresen, Bjarne" userId="349da8d2-23b5-4773-b837-43ed3871a85f" providerId="ADAL" clId="{27ED3D5A-631B-4BD5-A89B-1F491C617E6F}" dt="2022-06-26T12:01:47.504" v="770" actId="478"/>
          <ac:picMkLst>
            <pc:docMk/>
            <pc:sldMk cId="210955780" sldId="324"/>
            <ac:picMk id="4" creationId="{46B7643B-4B09-9A37-BF7A-A97AF696D833}"/>
          </ac:picMkLst>
        </pc:picChg>
        <pc:picChg chg="add mod ord">
          <ac:chgData name="Børresen, Bjarne" userId="349da8d2-23b5-4773-b837-43ed3871a85f" providerId="ADAL" clId="{27ED3D5A-631B-4BD5-A89B-1F491C617E6F}" dt="2022-06-26T12:03:55.846" v="793" actId="1037"/>
          <ac:picMkLst>
            <pc:docMk/>
            <pc:sldMk cId="210955780" sldId="324"/>
            <ac:picMk id="6" creationId="{239FC1AE-3014-EC55-9DC1-1B660B651B88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08:49:57.484" v="728" actId="14100"/>
        <pc:sldMkLst>
          <pc:docMk/>
          <pc:sldMk cId="2547540633" sldId="325"/>
        </pc:sldMkLst>
        <pc:spChg chg="mod">
          <ac:chgData name="Børresen, Bjarne" userId="349da8d2-23b5-4773-b837-43ed3871a85f" providerId="ADAL" clId="{27ED3D5A-631B-4BD5-A89B-1F491C617E6F}" dt="2022-06-25T09:27:02.463" v="330" actId="20577"/>
          <ac:spMkLst>
            <pc:docMk/>
            <pc:sldMk cId="2547540633" sldId="325"/>
            <ac:spMk id="2" creationId="{528DDD89-39A2-A950-05C6-38BF3B69181D}"/>
          </ac:spMkLst>
        </pc:spChg>
        <pc:spChg chg="del">
          <ac:chgData name="Børresen, Bjarne" userId="349da8d2-23b5-4773-b837-43ed3871a85f" providerId="ADAL" clId="{27ED3D5A-631B-4BD5-A89B-1F491C617E6F}" dt="2022-06-26T08:48:53.477" v="719"/>
          <ac:spMkLst>
            <pc:docMk/>
            <pc:sldMk cId="2547540633" sldId="325"/>
            <ac:spMk id="3" creationId="{ACE0E985-73DC-DABF-2797-AB611D6BD99E}"/>
          </ac:spMkLst>
        </pc:spChg>
        <pc:picChg chg="add mod">
          <ac:chgData name="Børresen, Bjarne" userId="349da8d2-23b5-4773-b837-43ed3871a85f" providerId="ADAL" clId="{27ED3D5A-631B-4BD5-A89B-1F491C617E6F}" dt="2022-06-26T08:49:57.484" v="728" actId="14100"/>
          <ac:picMkLst>
            <pc:docMk/>
            <pc:sldMk cId="2547540633" sldId="325"/>
            <ac:picMk id="4" creationId="{7A2B07FB-4A5E-3460-369F-E87FE79C1FEE}"/>
          </ac:picMkLst>
        </pc:picChg>
        <pc:picChg chg="add mod">
          <ac:chgData name="Børresen, Bjarne" userId="349da8d2-23b5-4773-b837-43ed3871a85f" providerId="ADAL" clId="{27ED3D5A-631B-4BD5-A89B-1F491C617E6F}" dt="2022-06-26T08:49:54.887" v="727" actId="14100"/>
          <ac:picMkLst>
            <pc:docMk/>
            <pc:sldMk cId="2547540633" sldId="325"/>
            <ac:picMk id="5" creationId="{F55D8F5D-319A-FCBB-4BBC-82C49283B9F5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4:42:48.947" v="808" actId="14100"/>
        <pc:sldMkLst>
          <pc:docMk/>
          <pc:sldMk cId="651449607" sldId="326"/>
        </pc:sldMkLst>
        <pc:spChg chg="mod">
          <ac:chgData name="Børresen, Bjarne" userId="349da8d2-23b5-4773-b837-43ed3871a85f" providerId="ADAL" clId="{27ED3D5A-631B-4BD5-A89B-1F491C617E6F}" dt="2022-06-25T09:28:14.055" v="381" actId="20577"/>
          <ac:spMkLst>
            <pc:docMk/>
            <pc:sldMk cId="651449607" sldId="326"/>
            <ac:spMk id="2" creationId="{A0C727CF-F171-8FD4-2FFA-478FB7245D71}"/>
          </ac:spMkLst>
        </pc:spChg>
        <pc:spChg chg="del">
          <ac:chgData name="Børresen, Bjarne" userId="349da8d2-23b5-4773-b837-43ed3871a85f" providerId="ADAL" clId="{27ED3D5A-631B-4BD5-A89B-1F491C617E6F}" dt="2022-06-26T14:42:16.464" v="803" actId="931"/>
          <ac:spMkLst>
            <pc:docMk/>
            <pc:sldMk cId="651449607" sldId="326"/>
            <ac:spMk id="3" creationId="{61B2A2A2-0F2D-A155-EE0D-EE986ABDC287}"/>
          </ac:spMkLst>
        </pc:spChg>
        <pc:picChg chg="add mod">
          <ac:chgData name="Børresen, Bjarne" userId="349da8d2-23b5-4773-b837-43ed3871a85f" providerId="ADAL" clId="{27ED3D5A-631B-4BD5-A89B-1F491C617E6F}" dt="2022-06-26T14:42:48.947" v="808" actId="14100"/>
          <ac:picMkLst>
            <pc:docMk/>
            <pc:sldMk cId="651449607" sldId="326"/>
            <ac:picMk id="5" creationId="{AF907B36-9CD1-DE25-D140-F13589E2FA49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6:01:33.577" v="990" actId="1076"/>
        <pc:sldMkLst>
          <pc:docMk/>
          <pc:sldMk cId="2957033671" sldId="327"/>
        </pc:sldMkLst>
        <pc:spChg chg="mod">
          <ac:chgData name="Børresen, Bjarne" userId="349da8d2-23b5-4773-b837-43ed3871a85f" providerId="ADAL" clId="{27ED3D5A-631B-4BD5-A89B-1F491C617E6F}" dt="2022-06-25T09:28:40.072" v="445" actId="20577"/>
          <ac:spMkLst>
            <pc:docMk/>
            <pc:sldMk cId="2957033671" sldId="327"/>
            <ac:spMk id="2" creationId="{A48D4912-749B-F35E-9EBD-BE91127AFDF9}"/>
          </ac:spMkLst>
        </pc:spChg>
        <pc:spChg chg="del">
          <ac:chgData name="Børresen, Bjarne" userId="349da8d2-23b5-4773-b837-43ed3871a85f" providerId="ADAL" clId="{27ED3D5A-631B-4BD5-A89B-1F491C617E6F}" dt="2022-06-26T16:01:00.609" v="984" actId="931"/>
          <ac:spMkLst>
            <pc:docMk/>
            <pc:sldMk cId="2957033671" sldId="327"/>
            <ac:spMk id="3" creationId="{3368D75D-02D3-2A40-DFDF-84E6B1F998AD}"/>
          </ac:spMkLst>
        </pc:spChg>
        <pc:picChg chg="add mod">
          <ac:chgData name="Børresen, Bjarne" userId="349da8d2-23b5-4773-b837-43ed3871a85f" providerId="ADAL" clId="{27ED3D5A-631B-4BD5-A89B-1F491C617E6F}" dt="2022-06-26T16:01:33.577" v="990" actId="1076"/>
          <ac:picMkLst>
            <pc:docMk/>
            <pc:sldMk cId="2957033671" sldId="327"/>
            <ac:picMk id="5" creationId="{F25BAB49-7C5C-1050-2040-43567A585453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6:30:08.141" v="1415" actId="20577"/>
        <pc:sldMkLst>
          <pc:docMk/>
          <pc:sldMk cId="1288947265" sldId="328"/>
        </pc:sldMkLst>
        <pc:spChg chg="mod">
          <ac:chgData name="Børresen, Bjarne" userId="349da8d2-23b5-4773-b837-43ed3871a85f" providerId="ADAL" clId="{27ED3D5A-631B-4BD5-A89B-1F491C617E6F}" dt="2022-06-25T09:28:54.979" v="478" actId="20577"/>
          <ac:spMkLst>
            <pc:docMk/>
            <pc:sldMk cId="1288947265" sldId="328"/>
            <ac:spMk id="2" creationId="{AB6FEFFB-9399-5632-D56F-3FD9C23EA870}"/>
          </ac:spMkLst>
        </pc:spChg>
        <pc:spChg chg="del">
          <ac:chgData name="Børresen, Bjarne" userId="349da8d2-23b5-4773-b837-43ed3871a85f" providerId="ADAL" clId="{27ED3D5A-631B-4BD5-A89B-1F491C617E6F}" dt="2022-06-26T16:26:51.078" v="1175" actId="931"/>
          <ac:spMkLst>
            <pc:docMk/>
            <pc:sldMk cId="1288947265" sldId="328"/>
            <ac:spMk id="3" creationId="{A6647338-58CB-8259-BA24-8B6A8D36DA4C}"/>
          </ac:spMkLst>
        </pc:spChg>
        <pc:spChg chg="add mod">
          <ac:chgData name="Børresen, Bjarne" userId="349da8d2-23b5-4773-b837-43ed3871a85f" providerId="ADAL" clId="{27ED3D5A-631B-4BD5-A89B-1F491C617E6F}" dt="2022-06-26T16:30:08.141" v="1415" actId="20577"/>
          <ac:spMkLst>
            <pc:docMk/>
            <pc:sldMk cId="1288947265" sldId="328"/>
            <ac:spMk id="6" creationId="{F7BD9FC3-2C38-B4F2-CBB9-7A3F441DDC18}"/>
          </ac:spMkLst>
        </pc:spChg>
        <pc:picChg chg="add mod">
          <ac:chgData name="Børresen, Bjarne" userId="349da8d2-23b5-4773-b837-43ed3871a85f" providerId="ADAL" clId="{27ED3D5A-631B-4BD5-A89B-1F491C617E6F}" dt="2022-06-26T16:28:06.715" v="1236" actId="1076"/>
          <ac:picMkLst>
            <pc:docMk/>
            <pc:sldMk cId="1288947265" sldId="328"/>
            <ac:picMk id="5" creationId="{187B0322-2E8C-4C6B-94BA-0DA71206DB53}"/>
          </ac:picMkLst>
        </pc:picChg>
      </pc:sldChg>
      <pc:sldChg chg="addSp delSp modSp add">
        <pc:chgData name="Børresen, Bjarne" userId="349da8d2-23b5-4773-b837-43ed3871a85f" providerId="ADAL" clId="{27ED3D5A-631B-4BD5-A89B-1F491C617E6F}" dt="2022-06-25T09:30:22.521" v="532" actId="1076"/>
        <pc:sldMkLst>
          <pc:docMk/>
          <pc:sldMk cId="3770739460" sldId="329"/>
        </pc:sldMkLst>
        <pc:spChg chg="mod">
          <ac:chgData name="Børresen, Bjarne" userId="349da8d2-23b5-4773-b837-43ed3871a85f" providerId="ADAL" clId="{27ED3D5A-631B-4BD5-A89B-1F491C617E6F}" dt="2022-06-25T09:29:09.551" v="529" actId="20577"/>
          <ac:spMkLst>
            <pc:docMk/>
            <pc:sldMk cId="3770739460" sldId="329"/>
            <ac:spMk id="2" creationId="{F8EA6C5E-9B0D-70F8-C04D-F73C0CBEC440}"/>
          </ac:spMkLst>
        </pc:spChg>
        <pc:spChg chg="del">
          <ac:chgData name="Børresen, Bjarne" userId="349da8d2-23b5-4773-b837-43ed3871a85f" providerId="ADAL" clId="{27ED3D5A-631B-4BD5-A89B-1F491C617E6F}" dt="2022-06-25T09:30:08.275" v="530"/>
          <ac:spMkLst>
            <pc:docMk/>
            <pc:sldMk cId="3770739460" sldId="329"/>
            <ac:spMk id="3" creationId="{362EBA9E-3CB8-5D8D-2728-794553C5FAFC}"/>
          </ac:spMkLst>
        </pc:spChg>
        <pc:picChg chg="add mod">
          <ac:chgData name="Børresen, Bjarne" userId="349da8d2-23b5-4773-b837-43ed3871a85f" providerId="ADAL" clId="{27ED3D5A-631B-4BD5-A89B-1F491C617E6F}" dt="2022-06-25T09:30:22.521" v="532" actId="1076"/>
          <ac:picMkLst>
            <pc:docMk/>
            <pc:sldMk cId="3770739460" sldId="329"/>
            <ac:picMk id="4" creationId="{BCDF911D-E1DC-64E5-D8A0-4D53B9AB0C9C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5:40:08.478" v="983" actId="14100"/>
        <pc:sldMkLst>
          <pc:docMk/>
          <pc:sldMk cId="3666167807" sldId="330"/>
        </pc:sldMkLst>
        <pc:spChg chg="mod">
          <ac:chgData name="Børresen, Bjarne" userId="349da8d2-23b5-4773-b837-43ed3871a85f" providerId="ADAL" clId="{27ED3D5A-631B-4BD5-A89B-1F491C617E6F}" dt="2022-06-26T14:43:38.989" v="817" actId="20577"/>
          <ac:spMkLst>
            <pc:docMk/>
            <pc:sldMk cId="3666167807" sldId="330"/>
            <ac:spMk id="2" creationId="{B07F489D-F43F-1ED8-9273-CFF886F0A41D}"/>
          </ac:spMkLst>
        </pc:spChg>
        <pc:spChg chg="del">
          <ac:chgData name="Børresen, Bjarne" userId="349da8d2-23b5-4773-b837-43ed3871a85f" providerId="ADAL" clId="{27ED3D5A-631B-4BD5-A89B-1F491C617E6F}" dt="2022-06-26T15:39:49.878" v="976" actId="931"/>
          <ac:spMkLst>
            <pc:docMk/>
            <pc:sldMk cId="3666167807" sldId="330"/>
            <ac:spMk id="3" creationId="{B9667E96-6DCC-FF4D-79EA-4FEB0FF2F338}"/>
          </ac:spMkLst>
        </pc:spChg>
        <pc:picChg chg="add mod">
          <ac:chgData name="Børresen, Bjarne" userId="349da8d2-23b5-4773-b837-43ed3871a85f" providerId="ADAL" clId="{27ED3D5A-631B-4BD5-A89B-1F491C617E6F}" dt="2022-06-26T15:40:08.478" v="983" actId="14100"/>
          <ac:picMkLst>
            <pc:docMk/>
            <pc:sldMk cId="3666167807" sldId="330"/>
            <ac:picMk id="5" creationId="{F156F98B-18CA-006C-46F0-F6BECF797C69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6:22:18.751" v="1174" actId="14100"/>
        <pc:sldMkLst>
          <pc:docMk/>
          <pc:sldMk cId="745016869" sldId="331"/>
        </pc:sldMkLst>
        <pc:spChg chg="mod">
          <ac:chgData name="Børresen, Bjarne" userId="349da8d2-23b5-4773-b837-43ed3871a85f" providerId="ADAL" clId="{27ED3D5A-631B-4BD5-A89B-1F491C617E6F}" dt="2022-06-26T16:22:13.781" v="1172" actId="1076"/>
          <ac:spMkLst>
            <pc:docMk/>
            <pc:sldMk cId="745016869" sldId="331"/>
            <ac:spMk id="2" creationId="{E3A67DF9-610C-0148-C0B8-36D640BFCB90}"/>
          </ac:spMkLst>
        </pc:spChg>
        <pc:spChg chg="del">
          <ac:chgData name="Børresen, Bjarne" userId="349da8d2-23b5-4773-b837-43ed3871a85f" providerId="ADAL" clId="{27ED3D5A-631B-4BD5-A89B-1F491C617E6F}" dt="2022-06-26T16:21:50.386" v="1166" actId="931"/>
          <ac:spMkLst>
            <pc:docMk/>
            <pc:sldMk cId="745016869" sldId="331"/>
            <ac:spMk id="3" creationId="{9DB01493-8C71-B978-6AC0-E85073F372B9}"/>
          </ac:spMkLst>
        </pc:spChg>
        <pc:picChg chg="add mod">
          <ac:chgData name="Børresen, Bjarne" userId="349da8d2-23b5-4773-b837-43ed3871a85f" providerId="ADAL" clId="{27ED3D5A-631B-4BD5-A89B-1F491C617E6F}" dt="2022-06-26T16:22:18.751" v="1174" actId="14100"/>
          <ac:picMkLst>
            <pc:docMk/>
            <pc:sldMk cId="745016869" sldId="331"/>
            <ac:picMk id="5" creationId="{8D04BDD5-C9EE-C0DC-4DB6-70C5EE46666A}"/>
          </ac:picMkLst>
        </pc:picChg>
      </pc:sldChg>
      <pc:sldChg chg="addSp delSp modSp add mod">
        <pc:chgData name="Børresen, Bjarne" userId="349da8d2-23b5-4773-b837-43ed3871a85f" providerId="ADAL" clId="{27ED3D5A-631B-4BD5-A89B-1F491C617E6F}" dt="2022-06-26T16:19:22.010" v="1165" actId="14100"/>
        <pc:sldMkLst>
          <pc:docMk/>
          <pc:sldMk cId="3789387587" sldId="332"/>
        </pc:sldMkLst>
        <pc:spChg chg="mod">
          <ac:chgData name="Børresen, Bjarne" userId="349da8d2-23b5-4773-b837-43ed3871a85f" providerId="ADAL" clId="{27ED3D5A-631B-4BD5-A89B-1F491C617E6F}" dt="2022-06-25T09:32:23.448" v="665" actId="20577"/>
          <ac:spMkLst>
            <pc:docMk/>
            <pc:sldMk cId="3789387587" sldId="332"/>
            <ac:spMk id="2" creationId="{F8201D42-F1C7-443F-731E-BEEDBAFDAFA7}"/>
          </ac:spMkLst>
        </pc:spChg>
        <pc:spChg chg="del">
          <ac:chgData name="Børresen, Bjarne" userId="349da8d2-23b5-4773-b837-43ed3871a85f" providerId="ADAL" clId="{27ED3D5A-631B-4BD5-A89B-1F491C617E6F}" dt="2022-06-26T16:19:18.152" v="1162" actId="931"/>
          <ac:spMkLst>
            <pc:docMk/>
            <pc:sldMk cId="3789387587" sldId="332"/>
            <ac:spMk id="3" creationId="{4CAEE189-E664-C5E6-D337-B9C5DFD20CED}"/>
          </ac:spMkLst>
        </pc:spChg>
        <pc:picChg chg="add mod">
          <ac:chgData name="Børresen, Bjarne" userId="349da8d2-23b5-4773-b837-43ed3871a85f" providerId="ADAL" clId="{27ED3D5A-631B-4BD5-A89B-1F491C617E6F}" dt="2022-06-26T16:04:15.812" v="994" actId="1076"/>
          <ac:picMkLst>
            <pc:docMk/>
            <pc:sldMk cId="3789387587" sldId="332"/>
            <ac:picMk id="4" creationId="{094DEB86-1306-C5FB-597B-0A6888829E91}"/>
          </ac:picMkLst>
        </pc:picChg>
        <pc:picChg chg="add mod">
          <ac:chgData name="Børresen, Bjarne" userId="349da8d2-23b5-4773-b837-43ed3871a85f" providerId="ADAL" clId="{27ED3D5A-631B-4BD5-A89B-1F491C617E6F}" dt="2022-06-26T16:19:22.010" v="1165" actId="14100"/>
          <ac:picMkLst>
            <pc:docMk/>
            <pc:sldMk cId="3789387587" sldId="332"/>
            <ac:picMk id="6" creationId="{8B7CC6CE-C56A-F380-E048-4971C3E6E49E}"/>
          </ac:picMkLst>
        </pc:picChg>
      </pc:sldChg>
      <pc:sldChg chg="addSp modSp add mod">
        <pc:chgData name="Børresen, Bjarne" userId="349da8d2-23b5-4773-b837-43ed3871a85f" providerId="ADAL" clId="{27ED3D5A-631B-4BD5-A89B-1F491C617E6F}" dt="2022-06-26T16:12:17.806" v="1161" actId="403"/>
        <pc:sldMkLst>
          <pc:docMk/>
          <pc:sldMk cId="1282964353" sldId="333"/>
        </pc:sldMkLst>
        <pc:spChg chg="mod">
          <ac:chgData name="Børresen, Bjarne" userId="349da8d2-23b5-4773-b837-43ed3871a85f" providerId="ADAL" clId="{27ED3D5A-631B-4BD5-A89B-1F491C617E6F}" dt="2022-06-25T09:32:27.043" v="681" actId="20577"/>
          <ac:spMkLst>
            <pc:docMk/>
            <pc:sldMk cId="1282964353" sldId="333"/>
            <ac:spMk id="2" creationId="{5F1DD16E-0B2F-8B14-1522-799D1403CA5F}"/>
          </ac:spMkLst>
        </pc:spChg>
        <pc:spChg chg="add mod">
          <ac:chgData name="Børresen, Bjarne" userId="349da8d2-23b5-4773-b837-43ed3871a85f" providerId="ADAL" clId="{27ED3D5A-631B-4BD5-A89B-1F491C617E6F}" dt="2022-06-26T16:12:17.806" v="1161" actId="403"/>
          <ac:spMkLst>
            <pc:docMk/>
            <pc:sldMk cId="1282964353" sldId="333"/>
            <ac:spMk id="6" creationId="{5CBCF145-45E8-A3DA-60EF-2A6AAC56AD2D}"/>
          </ac:spMkLst>
        </pc:spChg>
        <pc:picChg chg="add mod">
          <ac:chgData name="Børresen, Bjarne" userId="349da8d2-23b5-4773-b837-43ed3871a85f" providerId="ADAL" clId="{27ED3D5A-631B-4BD5-A89B-1F491C617E6F}" dt="2022-06-26T16:09:25.926" v="997" actId="14100"/>
          <ac:picMkLst>
            <pc:docMk/>
            <pc:sldMk cId="1282964353" sldId="333"/>
            <ac:picMk id="5" creationId="{5201D9A2-3A96-A556-A456-80FCAD0D1B0C}"/>
          </ac:picMkLst>
        </pc:picChg>
      </pc:sldChg>
      <pc:sldChg chg="addSp delSp modSp mod setBg">
        <pc:chgData name="Børresen, Bjarne" userId="349da8d2-23b5-4773-b837-43ed3871a85f" providerId="ADAL" clId="{27ED3D5A-631B-4BD5-A89B-1F491C617E6F}" dt="2022-06-26T12:10:51.462" v="802" actId="1076"/>
        <pc:sldMkLst>
          <pc:docMk/>
          <pc:sldMk cId="2371189381" sldId="334"/>
        </pc:sldMkLst>
        <pc:spChg chg="mod">
          <ac:chgData name="Børresen, Bjarne" userId="349da8d2-23b5-4773-b837-43ed3871a85f" providerId="ADAL" clId="{27ED3D5A-631B-4BD5-A89B-1F491C617E6F}" dt="2022-06-26T12:10:51.462" v="802" actId="1076"/>
          <ac:spMkLst>
            <pc:docMk/>
            <pc:sldMk cId="2371189381" sldId="334"/>
            <ac:spMk id="2" creationId="{16106D74-22FF-53F2-0A76-77F921708602}"/>
          </ac:spMkLst>
        </pc:spChg>
        <pc:spChg chg="del">
          <ac:chgData name="Børresen, Bjarne" userId="349da8d2-23b5-4773-b837-43ed3871a85f" providerId="ADAL" clId="{27ED3D5A-631B-4BD5-A89B-1F491C617E6F}" dt="2022-06-26T12:10:27.232" v="795"/>
          <ac:spMkLst>
            <pc:docMk/>
            <pc:sldMk cId="2371189381" sldId="334"/>
            <ac:spMk id="3" creationId="{2C089B90-49D9-7D81-9EA9-6D6864CBB9C3}"/>
          </ac:spMkLst>
        </pc:spChg>
        <pc:picChg chg="add mod ord">
          <ac:chgData name="Børresen, Bjarne" userId="349da8d2-23b5-4773-b837-43ed3871a85f" providerId="ADAL" clId="{27ED3D5A-631B-4BD5-A89B-1F491C617E6F}" dt="2022-06-26T12:10:48.725" v="801" actId="14100"/>
          <ac:picMkLst>
            <pc:docMk/>
            <pc:sldMk cId="2371189381" sldId="334"/>
            <ac:picMk id="5" creationId="{5F07D94D-7FC1-1B2B-9FB0-3FAA1044D05B}"/>
          </ac:picMkLst>
        </pc:picChg>
      </pc:sldChg>
      <pc:sldChg chg="addSp delSp modSp new mod">
        <pc:chgData name="Børresen, Bjarne" userId="349da8d2-23b5-4773-b837-43ed3871a85f" providerId="ADAL" clId="{27ED3D5A-631B-4BD5-A89B-1F491C617E6F}" dt="2022-06-26T15:18:51.901" v="841" actId="14100"/>
        <pc:sldMkLst>
          <pc:docMk/>
          <pc:sldMk cId="1352343587" sldId="335"/>
        </pc:sldMkLst>
        <pc:spChg chg="mod">
          <ac:chgData name="Børresen, Bjarne" userId="349da8d2-23b5-4773-b837-43ed3871a85f" providerId="ADAL" clId="{27ED3D5A-631B-4BD5-A89B-1F491C617E6F}" dt="2022-06-26T08:43:04.167" v="715" actId="20577"/>
          <ac:spMkLst>
            <pc:docMk/>
            <pc:sldMk cId="1352343587" sldId="335"/>
            <ac:spMk id="2" creationId="{F3A5C7AF-DA18-9CCE-7E17-4E55EEFD0487}"/>
          </ac:spMkLst>
        </pc:spChg>
        <pc:spChg chg="del">
          <ac:chgData name="Børresen, Bjarne" userId="349da8d2-23b5-4773-b837-43ed3871a85f" providerId="ADAL" clId="{27ED3D5A-631B-4BD5-A89B-1F491C617E6F}" dt="2022-06-26T15:13:30.089" v="823" actId="931"/>
          <ac:spMkLst>
            <pc:docMk/>
            <pc:sldMk cId="1352343587" sldId="335"/>
            <ac:spMk id="3" creationId="{CDBD4BAE-F83D-CE00-E880-B412A83BCF0C}"/>
          </ac:spMkLst>
        </pc:spChg>
        <pc:spChg chg="del">
          <ac:chgData name="Børresen, Bjarne" userId="349da8d2-23b5-4773-b837-43ed3871a85f" providerId="ADAL" clId="{27ED3D5A-631B-4BD5-A89B-1F491C617E6F}" dt="2022-06-26T15:17:46.713" v="829" actId="931"/>
          <ac:spMkLst>
            <pc:docMk/>
            <pc:sldMk cId="1352343587" sldId="335"/>
            <ac:spMk id="4" creationId="{7B353B3B-64EB-C811-08DA-9DE6596979F2}"/>
          </ac:spMkLst>
        </pc:spChg>
        <pc:spChg chg="add mod ord">
          <ac:chgData name="Børresen, Bjarne" userId="349da8d2-23b5-4773-b837-43ed3871a85f" providerId="ADAL" clId="{27ED3D5A-631B-4BD5-A89B-1F491C617E6F}" dt="2022-06-26T15:18:41.762" v="840" actId="171"/>
          <ac:spMkLst>
            <pc:docMk/>
            <pc:sldMk cId="1352343587" sldId="335"/>
            <ac:spMk id="9" creationId="{C7F3EF54-10AA-A076-C7DF-426E0677F7F4}"/>
          </ac:spMkLst>
        </pc:spChg>
        <pc:picChg chg="add mod">
          <ac:chgData name="Børresen, Bjarne" userId="349da8d2-23b5-4773-b837-43ed3871a85f" providerId="ADAL" clId="{27ED3D5A-631B-4BD5-A89B-1F491C617E6F}" dt="2022-06-26T15:18:10.492" v="835" actId="1076"/>
          <ac:picMkLst>
            <pc:docMk/>
            <pc:sldMk cId="1352343587" sldId="335"/>
            <ac:picMk id="6" creationId="{C89CA4C6-6B10-4F03-861C-59ED36B68907}"/>
          </ac:picMkLst>
        </pc:picChg>
        <pc:picChg chg="add mod">
          <ac:chgData name="Børresen, Bjarne" userId="349da8d2-23b5-4773-b837-43ed3871a85f" providerId="ADAL" clId="{27ED3D5A-631B-4BD5-A89B-1F491C617E6F}" dt="2022-06-26T15:18:51.901" v="841" actId="14100"/>
          <ac:picMkLst>
            <pc:docMk/>
            <pc:sldMk cId="1352343587" sldId="335"/>
            <ac:picMk id="8" creationId="{AE5A50EA-17B7-94F9-47DF-3BBD0ECF3F69}"/>
          </ac:picMkLst>
        </pc:picChg>
      </pc:sldChg>
      <pc:sldChg chg="addSp delSp modSp add mod ord">
        <pc:chgData name="Børresen, Bjarne" userId="349da8d2-23b5-4773-b837-43ed3871a85f" providerId="ADAL" clId="{27ED3D5A-631B-4BD5-A89B-1F491C617E6F}" dt="2022-06-26T14:59:02.074" v="822" actId="14100"/>
        <pc:sldMkLst>
          <pc:docMk/>
          <pc:sldMk cId="209107305" sldId="336"/>
        </pc:sldMkLst>
        <pc:spChg chg="del">
          <ac:chgData name="Børresen, Bjarne" userId="349da8d2-23b5-4773-b837-43ed3871a85f" providerId="ADAL" clId="{27ED3D5A-631B-4BD5-A89B-1F491C617E6F}" dt="2022-06-26T14:58:48.880" v="818" actId="931"/>
          <ac:spMkLst>
            <pc:docMk/>
            <pc:sldMk cId="209107305" sldId="336"/>
            <ac:spMk id="3" creationId="{CDBD4BAE-F83D-CE00-E880-B412A83BCF0C}"/>
          </ac:spMkLst>
        </pc:spChg>
        <pc:spChg chg="del">
          <ac:chgData name="Børresen, Bjarne" userId="349da8d2-23b5-4773-b837-43ed3871a85f" providerId="ADAL" clId="{27ED3D5A-631B-4BD5-A89B-1F491C617E6F}" dt="2022-06-26T08:46:57.996" v="716"/>
          <ac:spMkLst>
            <pc:docMk/>
            <pc:sldMk cId="209107305" sldId="336"/>
            <ac:spMk id="4" creationId="{7B353B3B-64EB-C811-08DA-9DE6596979F2}"/>
          </ac:spMkLst>
        </pc:spChg>
        <pc:picChg chg="add mod">
          <ac:chgData name="Børresen, Bjarne" userId="349da8d2-23b5-4773-b837-43ed3871a85f" providerId="ADAL" clId="{27ED3D5A-631B-4BD5-A89B-1F491C617E6F}" dt="2022-06-26T08:47:05.100" v="718" actId="14100"/>
          <ac:picMkLst>
            <pc:docMk/>
            <pc:sldMk cId="209107305" sldId="336"/>
            <ac:picMk id="5" creationId="{E4F7D3CB-39A5-4907-4EC4-B544ECD30D1F}"/>
          </ac:picMkLst>
        </pc:picChg>
        <pc:picChg chg="add mod">
          <ac:chgData name="Børresen, Bjarne" userId="349da8d2-23b5-4773-b837-43ed3871a85f" providerId="ADAL" clId="{27ED3D5A-631B-4BD5-A89B-1F491C617E6F}" dt="2022-06-26T14:59:02.074" v="822" actId="14100"/>
          <ac:picMkLst>
            <pc:docMk/>
            <pc:sldMk cId="209107305" sldId="336"/>
            <ac:picMk id="6" creationId="{72134BE1-9831-7D0B-AD2F-CBDDFB41B768}"/>
          </ac:picMkLst>
        </pc:picChg>
      </pc:sldChg>
      <pc:sldChg chg="addSp delSp modSp new mod">
        <pc:chgData name="Børresen, Bjarne" userId="349da8d2-23b5-4773-b837-43ed3871a85f" providerId="ADAL" clId="{27ED3D5A-631B-4BD5-A89B-1F491C617E6F}" dt="2022-06-26T15:38:27.355" v="975" actId="20577"/>
        <pc:sldMkLst>
          <pc:docMk/>
          <pc:sldMk cId="4266935264" sldId="337"/>
        </pc:sldMkLst>
        <pc:spChg chg="mod">
          <ac:chgData name="Børresen, Bjarne" userId="349da8d2-23b5-4773-b837-43ed3871a85f" providerId="ADAL" clId="{27ED3D5A-631B-4BD5-A89B-1F491C617E6F}" dt="2022-06-26T08:56:38.543" v="751" actId="20577"/>
          <ac:spMkLst>
            <pc:docMk/>
            <pc:sldMk cId="4266935264" sldId="337"/>
            <ac:spMk id="2" creationId="{FDADD74B-0E1C-B87D-AD5D-F9153BAC3A22}"/>
          </ac:spMkLst>
        </pc:spChg>
        <pc:spChg chg="del">
          <ac:chgData name="Børresen, Bjarne" userId="349da8d2-23b5-4773-b837-43ed3871a85f" providerId="ADAL" clId="{27ED3D5A-631B-4BD5-A89B-1F491C617E6F}" dt="2022-06-26T15:35:37.612" v="842" actId="931"/>
          <ac:spMkLst>
            <pc:docMk/>
            <pc:sldMk cId="4266935264" sldId="337"/>
            <ac:spMk id="3" creationId="{47DE8A09-B115-1011-B63D-8682CED579A0}"/>
          </ac:spMkLst>
        </pc:spChg>
        <pc:spChg chg="add mod">
          <ac:chgData name="Børresen, Bjarne" userId="349da8d2-23b5-4773-b837-43ed3871a85f" providerId="ADAL" clId="{27ED3D5A-631B-4BD5-A89B-1F491C617E6F}" dt="2022-06-26T15:38:27.355" v="975" actId="20577"/>
          <ac:spMkLst>
            <pc:docMk/>
            <pc:sldMk cId="4266935264" sldId="337"/>
            <ac:spMk id="6" creationId="{7C7E90F8-3AEA-F8D9-9736-AF2CDCE961F8}"/>
          </ac:spMkLst>
        </pc:spChg>
        <pc:picChg chg="add mod">
          <ac:chgData name="Børresen, Bjarne" userId="349da8d2-23b5-4773-b837-43ed3871a85f" providerId="ADAL" clId="{27ED3D5A-631B-4BD5-A89B-1F491C617E6F}" dt="2022-06-26T15:35:59.644" v="849" actId="14100"/>
          <ac:picMkLst>
            <pc:docMk/>
            <pc:sldMk cId="4266935264" sldId="337"/>
            <ac:picMk id="5" creationId="{E383B3C0-B694-DBBE-1F79-16D11D355DFD}"/>
          </ac:picMkLst>
        </pc:picChg>
      </pc:sldChg>
      <pc:sldChg chg="modSp add del">
        <pc:chgData name="Børresen, Bjarne" userId="349da8d2-23b5-4773-b837-43ed3871a85f" providerId="ADAL" clId="{27ED3D5A-631B-4BD5-A89B-1F491C617E6F}" dt="2022-06-26T16:27:35.820" v="1182" actId="2696"/>
        <pc:sldMkLst>
          <pc:docMk/>
          <pc:sldMk cId="1189839675" sldId="338"/>
        </pc:sldMkLst>
        <pc:spChg chg="mod">
          <ac:chgData name="Børresen, Bjarne" userId="349da8d2-23b5-4773-b837-43ed3871a85f" providerId="ADAL" clId="{27ED3D5A-631B-4BD5-A89B-1F491C617E6F}" dt="2022-06-26T16:27:34.945" v="1181" actId="27636"/>
          <ac:spMkLst>
            <pc:docMk/>
            <pc:sldMk cId="1189839675" sldId="338"/>
            <ac:spMk id="2" creationId="{BB9E0802-D2DA-94B3-D465-8EAC7F64494B}"/>
          </ac:spMkLst>
        </pc:spChg>
      </pc:sldChg>
      <pc:sldChg chg="addSp delSp modSp new mod">
        <pc:chgData name="Børresen, Bjarne" userId="349da8d2-23b5-4773-b837-43ed3871a85f" providerId="ADAL" clId="{27ED3D5A-631B-4BD5-A89B-1F491C617E6F}" dt="2022-06-26T16:41:55.494" v="1679" actId="1076"/>
        <pc:sldMkLst>
          <pc:docMk/>
          <pc:sldMk cId="1221097789" sldId="338"/>
        </pc:sldMkLst>
        <pc:spChg chg="mod">
          <ac:chgData name="Børresen, Bjarne" userId="349da8d2-23b5-4773-b837-43ed3871a85f" providerId="ADAL" clId="{27ED3D5A-631B-4BD5-A89B-1F491C617E6F}" dt="2022-06-26T16:38:52.371" v="1665" actId="20577"/>
          <ac:spMkLst>
            <pc:docMk/>
            <pc:sldMk cId="1221097789" sldId="338"/>
            <ac:spMk id="2" creationId="{EAC394CB-1427-63AF-9DAC-B3F692C8A760}"/>
          </ac:spMkLst>
        </pc:spChg>
        <pc:spChg chg="del">
          <ac:chgData name="Børresen, Bjarne" userId="349da8d2-23b5-4773-b837-43ed3871a85f" providerId="ADAL" clId="{27ED3D5A-631B-4BD5-A89B-1F491C617E6F}" dt="2022-06-26T16:38:37.390" v="1635" actId="22"/>
          <ac:spMkLst>
            <pc:docMk/>
            <pc:sldMk cId="1221097789" sldId="338"/>
            <ac:spMk id="3" creationId="{9757BCD0-7082-876C-7C5F-20237EF3575D}"/>
          </ac:spMkLst>
        </pc:spChg>
        <pc:spChg chg="del mod">
          <ac:chgData name="Børresen, Bjarne" userId="349da8d2-23b5-4773-b837-43ed3871a85f" providerId="ADAL" clId="{27ED3D5A-631B-4BD5-A89B-1F491C617E6F}" dt="2022-06-26T16:41:47.253" v="1674" actId="931"/>
          <ac:spMkLst>
            <pc:docMk/>
            <pc:sldMk cId="1221097789" sldId="338"/>
            <ac:spMk id="4" creationId="{89B04533-A62C-7697-344E-29D3F9CE35C3}"/>
          </ac:spMkLst>
        </pc:spChg>
        <pc:spChg chg="add mod">
          <ac:chgData name="Børresen, Bjarne" userId="349da8d2-23b5-4773-b837-43ed3871a85f" providerId="ADAL" clId="{27ED3D5A-631B-4BD5-A89B-1F491C617E6F}" dt="2022-06-26T16:41:40.710" v="1673" actId="1076"/>
          <ac:spMkLst>
            <pc:docMk/>
            <pc:sldMk cId="1221097789" sldId="338"/>
            <ac:spMk id="7" creationId="{FA5E0765-4641-78D6-6EFB-8A44D97D0228}"/>
          </ac:spMkLst>
        </pc:spChg>
        <pc:picChg chg="add mod ord">
          <ac:chgData name="Børresen, Bjarne" userId="349da8d2-23b5-4773-b837-43ed3871a85f" providerId="ADAL" clId="{27ED3D5A-631B-4BD5-A89B-1F491C617E6F}" dt="2022-06-26T16:41:55.494" v="1679" actId="1076"/>
          <ac:picMkLst>
            <pc:docMk/>
            <pc:sldMk cId="1221097789" sldId="338"/>
            <ac:picMk id="6" creationId="{89752B78-15EF-0696-8021-5993F047E9DD}"/>
          </ac:picMkLst>
        </pc:picChg>
        <pc:picChg chg="add del">
          <ac:chgData name="Børresen, Bjarne" userId="349da8d2-23b5-4773-b837-43ed3871a85f" providerId="ADAL" clId="{27ED3D5A-631B-4BD5-A89B-1F491C617E6F}" dt="2022-06-26T16:41:08.394" v="1668" actId="22"/>
          <ac:picMkLst>
            <pc:docMk/>
            <pc:sldMk cId="1221097789" sldId="338"/>
            <ac:picMk id="9" creationId="{1C255930-6BEC-B948-8893-0C8E845301F5}"/>
          </ac:picMkLst>
        </pc:picChg>
        <pc:picChg chg="add mod">
          <ac:chgData name="Børresen, Bjarne" userId="349da8d2-23b5-4773-b837-43ed3871a85f" providerId="ADAL" clId="{27ED3D5A-631B-4BD5-A89B-1F491C617E6F}" dt="2022-06-26T16:41:52.755" v="1678" actId="14100"/>
          <ac:picMkLst>
            <pc:docMk/>
            <pc:sldMk cId="1221097789" sldId="338"/>
            <ac:picMk id="11" creationId="{74CA9448-3022-49BB-FA13-7B7F14E5D7FD}"/>
          </ac:picMkLst>
        </pc:picChg>
      </pc:sldChg>
    </pc:docChg>
  </pc:docChgLst>
  <pc:docChgLst>
    <pc:chgData name="Børresen, Bjarne" userId="349da8d2-23b5-4773-b837-43ed3871a85f" providerId="ADAL" clId="{46C455CA-C511-4193-BFA5-F58220451DAE}"/>
    <pc:docChg chg="custSel addSld delSld modSld sldOrd modSection">
      <pc:chgData name="Børresen, Bjarne" userId="349da8d2-23b5-4773-b837-43ed3871a85f" providerId="ADAL" clId="{46C455CA-C511-4193-BFA5-F58220451DAE}" dt="2022-06-25T18:14:22.840" v="484" actId="20577"/>
      <pc:docMkLst>
        <pc:docMk/>
      </pc:docMkLst>
      <pc:sldChg chg="del">
        <pc:chgData name="Børresen, Bjarne" userId="349da8d2-23b5-4773-b837-43ed3871a85f" providerId="ADAL" clId="{46C455CA-C511-4193-BFA5-F58220451DAE}" dt="2022-06-24T13:24:20.474" v="324" actId="47"/>
        <pc:sldMkLst>
          <pc:docMk/>
          <pc:sldMk cId="189740008" sldId="309"/>
        </pc:sldMkLst>
      </pc:sldChg>
      <pc:sldChg chg="modSp mod">
        <pc:chgData name="Børresen, Bjarne" userId="349da8d2-23b5-4773-b837-43ed3871a85f" providerId="ADAL" clId="{46C455CA-C511-4193-BFA5-F58220451DAE}" dt="2022-06-24T12:23:02.263" v="75" actId="114"/>
        <pc:sldMkLst>
          <pc:docMk/>
          <pc:sldMk cId="4203992987" sldId="310"/>
        </pc:sldMkLst>
        <pc:spChg chg="mod">
          <ac:chgData name="Børresen, Bjarne" userId="349da8d2-23b5-4773-b837-43ed3871a85f" providerId="ADAL" clId="{46C455CA-C511-4193-BFA5-F58220451DAE}" dt="2022-06-24T12:22:00.451" v="1" actId="27636"/>
          <ac:spMkLst>
            <pc:docMk/>
            <pc:sldMk cId="4203992987" sldId="310"/>
            <ac:spMk id="2" creationId="{706634FD-3C6D-DFBA-7356-0C6C76341D72}"/>
          </ac:spMkLst>
        </pc:spChg>
        <pc:spChg chg="mod">
          <ac:chgData name="Børresen, Bjarne" userId="349da8d2-23b5-4773-b837-43ed3871a85f" providerId="ADAL" clId="{46C455CA-C511-4193-BFA5-F58220451DAE}" dt="2022-06-24T12:23:02.263" v="75" actId="114"/>
          <ac:spMkLst>
            <pc:docMk/>
            <pc:sldMk cId="4203992987" sldId="310"/>
            <ac:spMk id="3" creationId="{071F89B5-9E78-27FB-A0CD-F481AAD7BC9B}"/>
          </ac:spMkLst>
        </pc:spChg>
      </pc:sldChg>
      <pc:sldChg chg="modSp new mod">
        <pc:chgData name="Børresen, Bjarne" userId="349da8d2-23b5-4773-b837-43ed3871a85f" providerId="ADAL" clId="{46C455CA-C511-4193-BFA5-F58220451DAE}" dt="2022-06-24T12:23:20.033" v="84" actId="20577"/>
        <pc:sldMkLst>
          <pc:docMk/>
          <pc:sldMk cId="634568256" sldId="311"/>
        </pc:sldMkLst>
        <pc:spChg chg="mod">
          <ac:chgData name="Børresen, Bjarne" userId="349da8d2-23b5-4773-b837-43ed3871a85f" providerId="ADAL" clId="{46C455CA-C511-4193-BFA5-F58220451DAE}" dt="2022-06-24T12:23:20.033" v="84" actId="20577"/>
          <ac:spMkLst>
            <pc:docMk/>
            <pc:sldMk cId="634568256" sldId="311"/>
            <ac:spMk id="2" creationId="{91708605-8D8C-14F3-C8C4-3DEE7CA81BC5}"/>
          </ac:spMkLst>
        </pc:spChg>
      </pc:sldChg>
      <pc:sldChg chg="modSp new mod">
        <pc:chgData name="Børresen, Bjarne" userId="349da8d2-23b5-4773-b837-43ed3871a85f" providerId="ADAL" clId="{46C455CA-C511-4193-BFA5-F58220451DAE}" dt="2022-06-24T17:03:40.245" v="360" actId="20577"/>
        <pc:sldMkLst>
          <pc:docMk/>
          <pc:sldMk cId="544740766" sldId="312"/>
        </pc:sldMkLst>
        <pc:spChg chg="mod">
          <ac:chgData name="Børresen, Bjarne" userId="349da8d2-23b5-4773-b837-43ed3871a85f" providerId="ADAL" clId="{46C455CA-C511-4193-BFA5-F58220451DAE}" dt="2022-06-24T17:03:40.245" v="360" actId="20577"/>
          <ac:spMkLst>
            <pc:docMk/>
            <pc:sldMk cId="544740766" sldId="312"/>
            <ac:spMk id="2" creationId="{70307794-B5F3-03BA-C2C3-14A4CF4A0457}"/>
          </ac:spMkLst>
        </pc:spChg>
      </pc:sldChg>
      <pc:sldChg chg="addSp delSp modSp new mod">
        <pc:chgData name="Børresen, Bjarne" userId="349da8d2-23b5-4773-b837-43ed3871a85f" providerId="ADAL" clId="{46C455CA-C511-4193-BFA5-F58220451DAE}" dt="2022-06-24T12:46:33.935" v="264" actId="20577"/>
        <pc:sldMkLst>
          <pc:docMk/>
          <pc:sldMk cId="3476719621" sldId="313"/>
        </pc:sldMkLst>
        <pc:spChg chg="mod">
          <ac:chgData name="Børresen, Bjarne" userId="349da8d2-23b5-4773-b837-43ed3871a85f" providerId="ADAL" clId="{46C455CA-C511-4193-BFA5-F58220451DAE}" dt="2022-06-24T12:46:33.935" v="264" actId="20577"/>
          <ac:spMkLst>
            <pc:docMk/>
            <pc:sldMk cId="3476719621" sldId="313"/>
            <ac:spMk id="2" creationId="{24E5ECC6-59C9-2817-4F3A-4FD5EF12EE0F}"/>
          </ac:spMkLst>
        </pc:spChg>
        <pc:spChg chg="del">
          <ac:chgData name="Børresen, Bjarne" userId="349da8d2-23b5-4773-b837-43ed3871a85f" providerId="ADAL" clId="{46C455CA-C511-4193-BFA5-F58220451DAE}" dt="2022-06-24T12:33:17.199" v="115" actId="931"/>
          <ac:spMkLst>
            <pc:docMk/>
            <pc:sldMk cId="3476719621" sldId="313"/>
            <ac:spMk id="3" creationId="{99B94945-A304-F31C-96CA-616A16769495}"/>
          </ac:spMkLst>
        </pc:spChg>
        <pc:spChg chg="del">
          <ac:chgData name="Børresen, Bjarne" userId="349da8d2-23b5-4773-b837-43ed3871a85f" providerId="ADAL" clId="{46C455CA-C511-4193-BFA5-F58220451DAE}" dt="2022-06-24T12:33:26.250" v="116" actId="931"/>
          <ac:spMkLst>
            <pc:docMk/>
            <pc:sldMk cId="3476719621" sldId="313"/>
            <ac:spMk id="4" creationId="{1B463478-EEDE-09E6-2F1F-18E316165A25}"/>
          </ac:spMkLst>
        </pc:spChg>
        <pc:spChg chg="add del mod">
          <ac:chgData name="Børresen, Bjarne" userId="349da8d2-23b5-4773-b837-43ed3871a85f" providerId="ADAL" clId="{46C455CA-C511-4193-BFA5-F58220451DAE}" dt="2022-06-24T12:44:12.077" v="197" actId="931"/>
          <ac:spMkLst>
            <pc:docMk/>
            <pc:sldMk cId="3476719621" sldId="313"/>
            <ac:spMk id="10" creationId="{55BC85DD-F228-86A8-B77C-E5917D1B1EC0}"/>
          </ac:spMkLst>
        </pc:spChg>
        <pc:spChg chg="add del mod">
          <ac:chgData name="Børresen, Bjarne" userId="349da8d2-23b5-4773-b837-43ed3871a85f" providerId="ADAL" clId="{46C455CA-C511-4193-BFA5-F58220451DAE}" dt="2022-06-24T12:45:08.907" v="205" actId="931"/>
          <ac:spMkLst>
            <pc:docMk/>
            <pc:sldMk cId="3476719621" sldId="313"/>
            <ac:spMk id="14" creationId="{898A6FB3-333A-2163-5B2C-9D1B09E55237}"/>
          </ac:spMkLst>
        </pc:spChg>
        <pc:picChg chg="add del mod">
          <ac:chgData name="Børresen, Bjarne" userId="349da8d2-23b5-4773-b837-43ed3871a85f" providerId="ADAL" clId="{46C455CA-C511-4193-BFA5-F58220451DAE}" dt="2022-06-24T12:44:00.322" v="195" actId="478"/>
          <ac:picMkLst>
            <pc:docMk/>
            <pc:sldMk cId="3476719621" sldId="313"/>
            <ac:picMk id="6" creationId="{9B7FE0D3-AA4E-BC27-9EF4-2889AD0167F2}"/>
          </ac:picMkLst>
        </pc:picChg>
        <pc:picChg chg="add del mod">
          <ac:chgData name="Børresen, Bjarne" userId="349da8d2-23b5-4773-b837-43ed3871a85f" providerId="ADAL" clId="{46C455CA-C511-4193-BFA5-F58220451DAE}" dt="2022-06-24T12:44:25.290" v="204" actId="478"/>
          <ac:picMkLst>
            <pc:docMk/>
            <pc:sldMk cId="3476719621" sldId="313"/>
            <ac:picMk id="8" creationId="{34B61B4A-C847-CD61-07B7-3144E423BAA0}"/>
          </ac:picMkLst>
        </pc:picChg>
        <pc:picChg chg="add mod">
          <ac:chgData name="Børresen, Bjarne" userId="349da8d2-23b5-4773-b837-43ed3871a85f" providerId="ADAL" clId="{46C455CA-C511-4193-BFA5-F58220451DAE}" dt="2022-06-24T12:45:32.097" v="213" actId="1076"/>
          <ac:picMkLst>
            <pc:docMk/>
            <pc:sldMk cId="3476719621" sldId="313"/>
            <ac:picMk id="12" creationId="{9642D3CE-8240-DBC6-9B8A-521CF55B7A2C}"/>
          </ac:picMkLst>
        </pc:picChg>
        <pc:picChg chg="add mod">
          <ac:chgData name="Børresen, Bjarne" userId="349da8d2-23b5-4773-b837-43ed3871a85f" providerId="ADAL" clId="{46C455CA-C511-4193-BFA5-F58220451DAE}" dt="2022-06-24T12:45:26.135" v="212" actId="1076"/>
          <ac:picMkLst>
            <pc:docMk/>
            <pc:sldMk cId="3476719621" sldId="313"/>
            <ac:picMk id="16" creationId="{22E6F84C-5BC2-E7FB-691D-94CCE4C4BCB3}"/>
          </ac:picMkLst>
        </pc:picChg>
      </pc:sldChg>
      <pc:sldChg chg="addSp delSp modSp add mod ord">
        <pc:chgData name="Børresen, Bjarne" userId="349da8d2-23b5-4773-b837-43ed3871a85f" providerId="ADAL" clId="{46C455CA-C511-4193-BFA5-F58220451DAE}" dt="2022-06-24T17:11:25.558" v="467" actId="790"/>
        <pc:sldMkLst>
          <pc:docMk/>
          <pc:sldMk cId="3138392507" sldId="314"/>
        </pc:sldMkLst>
        <pc:spChg chg="mod">
          <ac:chgData name="Børresen, Bjarne" userId="349da8d2-23b5-4773-b837-43ed3871a85f" providerId="ADAL" clId="{46C455CA-C511-4193-BFA5-F58220451DAE}" dt="2022-06-24T17:11:25.558" v="467" actId="790"/>
          <ac:spMkLst>
            <pc:docMk/>
            <pc:sldMk cId="3138392507" sldId="314"/>
            <ac:spMk id="2" creationId="{24E5ECC6-59C9-2817-4F3A-4FD5EF12EE0F}"/>
          </ac:spMkLst>
        </pc:spChg>
        <pc:spChg chg="add mod">
          <ac:chgData name="Børresen, Bjarne" userId="349da8d2-23b5-4773-b837-43ed3871a85f" providerId="ADAL" clId="{46C455CA-C511-4193-BFA5-F58220451DAE}" dt="2022-06-24T17:11:19.029" v="466" actId="790"/>
          <ac:spMkLst>
            <pc:docMk/>
            <pc:sldMk cId="3138392507" sldId="314"/>
            <ac:spMk id="4" creationId="{E8CB0191-B0C1-00B6-92A3-D7DC62DEF692}"/>
          </ac:spMkLst>
        </pc:spChg>
        <pc:picChg chg="mod">
          <ac:chgData name="Børresen, Bjarne" userId="349da8d2-23b5-4773-b837-43ed3871a85f" providerId="ADAL" clId="{46C455CA-C511-4193-BFA5-F58220451DAE}" dt="2022-06-24T12:34:48.361" v="127" actId="1076"/>
          <ac:picMkLst>
            <pc:docMk/>
            <pc:sldMk cId="3138392507" sldId="314"/>
            <ac:picMk id="6" creationId="{9B7FE0D3-AA4E-BC27-9EF4-2889AD0167F2}"/>
          </ac:picMkLst>
        </pc:picChg>
        <pc:picChg chg="del">
          <ac:chgData name="Børresen, Bjarne" userId="349da8d2-23b5-4773-b837-43ed3871a85f" providerId="ADAL" clId="{46C455CA-C511-4193-BFA5-F58220451DAE}" dt="2022-06-24T12:34:40.145" v="125" actId="478"/>
          <ac:picMkLst>
            <pc:docMk/>
            <pc:sldMk cId="3138392507" sldId="314"/>
            <ac:picMk id="8" creationId="{34B61B4A-C847-CD61-07B7-3144E423BAA0}"/>
          </ac:picMkLst>
        </pc:picChg>
      </pc:sldChg>
      <pc:sldChg chg="addSp delSp modSp new mod">
        <pc:chgData name="Børresen, Bjarne" userId="349da8d2-23b5-4773-b837-43ed3871a85f" providerId="ADAL" clId="{46C455CA-C511-4193-BFA5-F58220451DAE}" dt="2022-06-24T17:10:59.422" v="465" actId="5793"/>
        <pc:sldMkLst>
          <pc:docMk/>
          <pc:sldMk cId="3647564181" sldId="315"/>
        </pc:sldMkLst>
        <pc:spChg chg="mod">
          <ac:chgData name="Børresen, Bjarne" userId="349da8d2-23b5-4773-b837-43ed3871a85f" providerId="ADAL" clId="{46C455CA-C511-4193-BFA5-F58220451DAE}" dt="2022-06-24T12:46:46.198" v="283" actId="20577"/>
          <ac:spMkLst>
            <pc:docMk/>
            <pc:sldMk cId="3647564181" sldId="315"/>
            <ac:spMk id="2" creationId="{0EFB5DB9-A60F-B3ED-038D-91B95E29C515}"/>
          </ac:spMkLst>
        </pc:spChg>
        <pc:spChg chg="del">
          <ac:chgData name="Børresen, Bjarne" userId="349da8d2-23b5-4773-b837-43ed3871a85f" providerId="ADAL" clId="{46C455CA-C511-4193-BFA5-F58220451DAE}" dt="2022-06-24T12:43:37.312" v="188"/>
          <ac:spMkLst>
            <pc:docMk/>
            <pc:sldMk cId="3647564181" sldId="315"/>
            <ac:spMk id="3" creationId="{336A17DC-C005-0A8B-587D-98E432E16ED0}"/>
          </ac:spMkLst>
        </pc:spChg>
        <pc:spChg chg="add mod">
          <ac:chgData name="Børresen, Bjarne" userId="349da8d2-23b5-4773-b837-43ed3871a85f" providerId="ADAL" clId="{46C455CA-C511-4193-BFA5-F58220451DAE}" dt="2022-06-24T17:07:13.520" v="431" actId="403"/>
          <ac:spMkLst>
            <pc:docMk/>
            <pc:sldMk cId="3647564181" sldId="315"/>
            <ac:spMk id="3" creationId="{E3322C07-D91B-AE61-C4B4-5BE7AB38B25D}"/>
          </ac:spMkLst>
        </pc:spChg>
        <pc:spChg chg="add mod">
          <ac:chgData name="Børresen, Bjarne" userId="349da8d2-23b5-4773-b837-43ed3871a85f" providerId="ADAL" clId="{46C455CA-C511-4193-BFA5-F58220451DAE}" dt="2022-06-24T17:10:59.422" v="465" actId="5793"/>
          <ac:spMkLst>
            <pc:docMk/>
            <pc:sldMk cId="3647564181" sldId="315"/>
            <ac:spMk id="4" creationId="{5732C358-794C-961E-2C25-3EAC1100315B}"/>
          </ac:spMkLst>
        </pc:spChg>
        <pc:spChg chg="del">
          <ac:chgData name="Børresen, Bjarne" userId="349da8d2-23b5-4773-b837-43ed3871a85f" providerId="ADAL" clId="{46C455CA-C511-4193-BFA5-F58220451DAE}" dt="2022-06-24T12:43:42.676" v="190"/>
          <ac:spMkLst>
            <pc:docMk/>
            <pc:sldMk cId="3647564181" sldId="315"/>
            <ac:spMk id="4" creationId="{5B26DCB6-5EDF-E059-FFDD-73B072B08C6E}"/>
          </ac:spMkLst>
        </pc:spChg>
        <pc:picChg chg="add mod">
          <ac:chgData name="Børresen, Bjarne" userId="349da8d2-23b5-4773-b837-43ed3871a85f" providerId="ADAL" clId="{46C455CA-C511-4193-BFA5-F58220451DAE}" dt="2022-06-24T12:43:47.504" v="193" actId="27614"/>
          <ac:picMkLst>
            <pc:docMk/>
            <pc:sldMk cId="3647564181" sldId="315"/>
            <ac:picMk id="6" creationId="{9EB03A1D-5ABF-40BB-A1F2-E2EC8AF160BF}"/>
          </ac:picMkLst>
        </pc:picChg>
        <pc:picChg chg="add mod">
          <ac:chgData name="Børresen, Bjarne" userId="349da8d2-23b5-4773-b837-43ed3871a85f" providerId="ADAL" clId="{46C455CA-C511-4193-BFA5-F58220451DAE}" dt="2022-06-24T12:43:47.506" v="194" actId="962"/>
          <ac:picMkLst>
            <pc:docMk/>
            <pc:sldMk cId="3647564181" sldId="315"/>
            <ac:picMk id="8" creationId="{A998804E-DD9C-85C4-A179-0F9AEC3B3BA8}"/>
          </ac:picMkLst>
        </pc:picChg>
      </pc:sldChg>
      <pc:sldChg chg="addSp delSp modSp new mod modNotes">
        <pc:chgData name="Børresen, Bjarne" userId="349da8d2-23b5-4773-b837-43ed3871a85f" providerId="ADAL" clId="{46C455CA-C511-4193-BFA5-F58220451DAE}" dt="2022-06-25T15:34:27.510" v="468"/>
        <pc:sldMkLst>
          <pc:docMk/>
          <pc:sldMk cId="2607631488" sldId="316"/>
        </pc:sldMkLst>
        <pc:spChg chg="mod">
          <ac:chgData name="Børresen, Bjarne" userId="349da8d2-23b5-4773-b837-43ed3871a85f" providerId="ADAL" clId="{46C455CA-C511-4193-BFA5-F58220451DAE}" dt="2022-06-24T13:24:15.763" v="323" actId="20577"/>
          <ac:spMkLst>
            <pc:docMk/>
            <pc:sldMk cId="2607631488" sldId="316"/>
            <ac:spMk id="2" creationId="{BE2EA0BB-CA7A-4272-35A9-EF950F634922}"/>
          </ac:spMkLst>
        </pc:spChg>
        <pc:spChg chg="del">
          <ac:chgData name="Børresen, Bjarne" userId="349da8d2-23b5-4773-b837-43ed3871a85f" providerId="ADAL" clId="{46C455CA-C511-4193-BFA5-F58220451DAE}" dt="2022-06-24T16:20:47.934" v="325" actId="22"/>
          <ac:spMkLst>
            <pc:docMk/>
            <pc:sldMk cId="2607631488" sldId="316"/>
            <ac:spMk id="3" creationId="{C3EBBD62-B852-BE25-12D7-582AF56ADB03}"/>
          </ac:spMkLst>
        </pc:spChg>
        <pc:spChg chg="del">
          <ac:chgData name="Børresen, Bjarne" userId="349da8d2-23b5-4773-b837-43ed3871a85f" providerId="ADAL" clId="{46C455CA-C511-4193-BFA5-F58220451DAE}" dt="2022-06-24T13:03:43.943" v="285" actId="931"/>
          <ac:spMkLst>
            <pc:docMk/>
            <pc:sldMk cId="2607631488" sldId="316"/>
            <ac:spMk id="4" creationId="{96836865-378E-5A3A-3A33-34E0C0C7F0C0}"/>
          </ac:spMkLst>
        </pc:spChg>
        <pc:picChg chg="add mod">
          <ac:chgData name="Børresen, Bjarne" userId="349da8d2-23b5-4773-b837-43ed3871a85f" providerId="ADAL" clId="{46C455CA-C511-4193-BFA5-F58220451DAE}" dt="2022-06-24T13:03:50.456" v="288" actId="27614"/>
          <ac:picMkLst>
            <pc:docMk/>
            <pc:sldMk cId="2607631488" sldId="316"/>
            <ac:picMk id="6" creationId="{F2468A6F-924F-D664-E070-50F5356ACFFC}"/>
          </ac:picMkLst>
        </pc:picChg>
        <pc:picChg chg="add mod ord">
          <ac:chgData name="Børresen, Bjarne" userId="349da8d2-23b5-4773-b837-43ed3871a85f" providerId="ADAL" clId="{46C455CA-C511-4193-BFA5-F58220451DAE}" dt="2022-06-24T16:20:59.744" v="328" actId="14100"/>
          <ac:picMkLst>
            <pc:docMk/>
            <pc:sldMk cId="2607631488" sldId="316"/>
            <ac:picMk id="8" creationId="{B1E88DA0-8600-FC78-24D4-C71F003777FE}"/>
          </ac:picMkLst>
        </pc:picChg>
      </pc:sldChg>
      <pc:sldChg chg="modSp new mod">
        <pc:chgData name="Børresen, Bjarne" userId="349da8d2-23b5-4773-b837-43ed3871a85f" providerId="ADAL" clId="{46C455CA-C511-4193-BFA5-F58220451DAE}" dt="2022-06-24T17:03:59.325" v="375" actId="20577"/>
        <pc:sldMkLst>
          <pc:docMk/>
          <pc:sldMk cId="3140286862" sldId="317"/>
        </pc:sldMkLst>
        <pc:spChg chg="mod">
          <ac:chgData name="Børresen, Bjarne" userId="349da8d2-23b5-4773-b837-43ed3871a85f" providerId="ADAL" clId="{46C455CA-C511-4193-BFA5-F58220451DAE}" dt="2022-06-24T17:03:59.325" v="375" actId="20577"/>
          <ac:spMkLst>
            <pc:docMk/>
            <pc:sldMk cId="3140286862" sldId="317"/>
            <ac:spMk id="2" creationId="{EBBEA792-F985-93FB-0D2D-FD8C6B876EB7}"/>
          </ac:spMkLst>
        </pc:spChg>
      </pc:sldChg>
      <pc:sldChg chg="addSp delSp modSp new mod">
        <pc:chgData name="Børresen, Bjarne" userId="349da8d2-23b5-4773-b837-43ed3871a85f" providerId="ADAL" clId="{46C455CA-C511-4193-BFA5-F58220451DAE}" dt="2022-06-24T17:05:18.910" v="401" actId="1076"/>
        <pc:sldMkLst>
          <pc:docMk/>
          <pc:sldMk cId="3026674864" sldId="318"/>
        </pc:sldMkLst>
        <pc:spChg chg="mod">
          <ac:chgData name="Børresen, Bjarne" userId="349da8d2-23b5-4773-b837-43ed3871a85f" providerId="ADAL" clId="{46C455CA-C511-4193-BFA5-F58220451DAE}" dt="2022-06-24T17:04:18.587" v="397" actId="20577"/>
          <ac:spMkLst>
            <pc:docMk/>
            <pc:sldMk cId="3026674864" sldId="318"/>
            <ac:spMk id="2" creationId="{7D639DFE-0C2A-6BAF-987B-E298836FCC2B}"/>
          </ac:spMkLst>
        </pc:spChg>
        <pc:spChg chg="del">
          <ac:chgData name="Børresen, Bjarne" userId="349da8d2-23b5-4773-b837-43ed3871a85f" providerId="ADAL" clId="{46C455CA-C511-4193-BFA5-F58220451DAE}" dt="2022-06-24T17:05:06.128" v="398" actId="22"/>
          <ac:spMkLst>
            <pc:docMk/>
            <pc:sldMk cId="3026674864" sldId="318"/>
            <ac:spMk id="3" creationId="{A978E653-659B-9C52-75CA-05D04F0CA26F}"/>
          </ac:spMkLst>
        </pc:spChg>
        <pc:picChg chg="add mod ord">
          <ac:chgData name="Børresen, Bjarne" userId="349da8d2-23b5-4773-b837-43ed3871a85f" providerId="ADAL" clId="{46C455CA-C511-4193-BFA5-F58220451DAE}" dt="2022-06-24T17:05:18.910" v="401" actId="1076"/>
          <ac:picMkLst>
            <pc:docMk/>
            <pc:sldMk cId="3026674864" sldId="318"/>
            <ac:picMk id="6" creationId="{E529D093-338A-92BA-10A6-677DDAB5D57C}"/>
          </ac:picMkLst>
        </pc:picChg>
      </pc:sldChg>
      <pc:sldChg chg="modSp new mod">
        <pc:chgData name="Børresen, Bjarne" userId="349da8d2-23b5-4773-b837-43ed3871a85f" providerId="ADAL" clId="{46C455CA-C511-4193-BFA5-F58220451DAE}" dt="2022-06-25T18:14:22.840" v="484" actId="20577"/>
        <pc:sldMkLst>
          <pc:docMk/>
          <pc:sldMk cId="2371189381" sldId="334"/>
        </pc:sldMkLst>
        <pc:spChg chg="mod">
          <ac:chgData name="Børresen, Bjarne" userId="349da8d2-23b5-4773-b837-43ed3871a85f" providerId="ADAL" clId="{46C455CA-C511-4193-BFA5-F58220451DAE}" dt="2022-06-25T18:14:22.840" v="484" actId="20577"/>
          <ac:spMkLst>
            <pc:docMk/>
            <pc:sldMk cId="2371189381" sldId="334"/>
            <ac:spMk id="2" creationId="{16106D74-22FF-53F2-0A76-77F921708602}"/>
          </ac:spMkLst>
        </pc:spChg>
      </pc:sldChg>
    </pc:docChg>
  </pc:docChgLst>
  <pc:docChgLst>
    <pc:chgData name="Børresen, Bjarne" userId="349da8d2-23b5-4773-b837-43ed3871a85f" providerId="ADAL" clId="{D0DAADAF-DBBA-4E74-B55B-145DF58B26EC}"/>
    <pc:docChg chg="custSel addSld modSld modSection">
      <pc:chgData name="Børresen, Bjarne" userId="349da8d2-23b5-4773-b837-43ed3871a85f" providerId="ADAL" clId="{D0DAADAF-DBBA-4E74-B55B-145DF58B26EC}" dt="2024-02-14T07:27:35.872" v="29" actId="20577"/>
      <pc:docMkLst>
        <pc:docMk/>
      </pc:docMkLst>
      <pc:sldChg chg="modSp new mod">
        <pc:chgData name="Børresen, Bjarne" userId="349da8d2-23b5-4773-b837-43ed3871a85f" providerId="ADAL" clId="{D0DAADAF-DBBA-4E74-B55B-145DF58B26EC}" dt="2024-02-14T07:27:35.872" v="29" actId="20577"/>
        <pc:sldMkLst>
          <pc:docMk/>
          <pc:sldMk cId="2582887918" sldId="339"/>
        </pc:sldMkLst>
        <pc:spChg chg="mod">
          <ac:chgData name="Børresen, Bjarne" userId="349da8d2-23b5-4773-b837-43ed3871a85f" providerId="ADAL" clId="{D0DAADAF-DBBA-4E74-B55B-145DF58B26EC}" dt="2024-02-14T07:27:35.872" v="29" actId="20577"/>
          <ac:spMkLst>
            <pc:docMk/>
            <pc:sldMk cId="2582887918" sldId="339"/>
            <ac:spMk id="2" creationId="{79B4B13E-3969-26A1-10D5-F26F4CE6A6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E4E29-F235-8048-8EA6-319BC1F59B08}" type="datetimeFigureOut">
              <a:rPr lang="nb-NO" smtClean="0"/>
              <a:t>14.02.2024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BB0D0-321F-8C4A-A595-0425F0F0A4F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820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0" i="0" dirty="0" err="1">
                <a:solidFill>
                  <a:srgbClr val="464646"/>
                </a:solidFill>
                <a:effectLst/>
                <a:latin typeface="Jost"/>
              </a:rPr>
              <a:t>Mariana</a:t>
            </a:r>
            <a:r>
              <a:rPr lang="nb-NO" b="0" i="0" dirty="0">
                <a:solidFill>
                  <a:srgbClr val="464646"/>
                </a:solidFill>
                <a:effectLst/>
                <a:latin typeface="Jost"/>
              </a:rPr>
              <a:t> </a:t>
            </a:r>
            <a:r>
              <a:rPr lang="nb-NO" b="0" i="0" dirty="0" err="1">
                <a:solidFill>
                  <a:srgbClr val="464646"/>
                </a:solidFill>
                <a:effectLst/>
                <a:latin typeface="Jost"/>
              </a:rPr>
              <a:t>Mazzucato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B0D0-321F-8C4A-A595-0425F0F0A4FF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05139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B0D0-321F-8C4A-A595-0425F0F0A4FF}" type="slidenum">
              <a:rPr lang="nb-NO" smtClean="0"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9538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tar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e 15">
            <a:extLst>
              <a:ext uri="{FF2B5EF4-FFF2-40B4-BE49-F238E27FC236}">
                <a16:creationId xmlns:a16="http://schemas.microsoft.com/office/drawing/2014/main" id="{8F5273AF-F2B5-3244-A335-B4250EFED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7950" y="396895"/>
            <a:ext cx="1534512" cy="221651"/>
          </a:xfrm>
          <a:prstGeom prst="rect">
            <a:avLst/>
          </a:prstGeom>
        </p:spPr>
      </p:pic>
      <p:sp>
        <p:nvSpPr>
          <p:cNvPr id="19" name="Tittel 15">
            <a:extLst>
              <a:ext uri="{FF2B5EF4-FFF2-40B4-BE49-F238E27FC236}">
                <a16:creationId xmlns:a16="http://schemas.microsoft.com/office/drawing/2014/main" id="{6391C75A-22BE-8840-B107-96FB3AB08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1580322"/>
            <a:ext cx="10515602" cy="1848678"/>
          </a:xfrm>
          <a:prstGeom prst="rect">
            <a:avLst/>
          </a:prstGeom>
        </p:spPr>
        <p:txBody>
          <a:bodyPr lIns="90000" anchor="b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30" name="Plassholder for dato 29">
            <a:extLst>
              <a:ext uri="{FF2B5EF4-FFF2-40B4-BE49-F238E27FC236}">
                <a16:creationId xmlns:a16="http://schemas.microsoft.com/office/drawing/2014/main" id="{6B836F52-8A58-F140-BBAC-45D1F1C5FD9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31" name="Plassholder for bunntekst 30">
            <a:extLst>
              <a:ext uri="{FF2B5EF4-FFF2-40B4-BE49-F238E27FC236}">
                <a16:creationId xmlns:a16="http://schemas.microsoft.com/office/drawing/2014/main" id="{B51DE252-6458-5A4A-AC04-38B677D373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32" name="Plassholder for lysbildenummer 31">
            <a:extLst>
              <a:ext uri="{FF2B5EF4-FFF2-40B4-BE49-F238E27FC236}">
                <a16:creationId xmlns:a16="http://schemas.microsoft.com/office/drawing/2014/main" id="{2B2A7109-291E-B94B-8BA6-DCD21855EC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35" name="Rettvinklet trekant 27">
            <a:extLst>
              <a:ext uri="{FF2B5EF4-FFF2-40B4-BE49-F238E27FC236}">
                <a16:creationId xmlns:a16="http://schemas.microsoft.com/office/drawing/2014/main" id="{57F93B44-48F6-FE46-B420-192290C0914F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596590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2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6" name="Rettvinklet trekant 27">
            <a:extLst>
              <a:ext uri="{FF2B5EF4-FFF2-40B4-BE49-F238E27FC236}">
                <a16:creationId xmlns:a16="http://schemas.microsoft.com/office/drawing/2014/main" id="{4E6C0877-AF38-C849-94B3-1A7ADE8798A4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71C6C0-857A-5844-B4C5-44CAFC8C1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517900"/>
            <a:ext cx="10515600" cy="2447925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80284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Tittel"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vinklet trekant 1">
            <a:extLst>
              <a:ext uri="{FF2B5EF4-FFF2-40B4-BE49-F238E27FC236}">
                <a16:creationId xmlns:a16="http://schemas.microsoft.com/office/drawing/2014/main" id="{9BD9662E-0191-6F4F-B4B2-75FC3EF58F5D}"/>
              </a:ext>
            </a:extLst>
          </p:cNvPr>
          <p:cNvSpPr/>
          <p:nvPr userDrawn="1"/>
        </p:nvSpPr>
        <p:spPr>
          <a:xfrm>
            <a:off x="-4944" y="-13063"/>
            <a:ext cx="3662543" cy="6348549"/>
          </a:xfrm>
          <a:custGeom>
            <a:avLst/>
            <a:gdLst>
              <a:gd name="connsiteX0" fmla="*/ 0 w 4472440"/>
              <a:gd name="connsiteY0" fmla="*/ 6339543 h 6339543"/>
              <a:gd name="connsiteX1" fmla="*/ 0 w 4472440"/>
              <a:gd name="connsiteY1" fmla="*/ 0 h 6339543"/>
              <a:gd name="connsiteX2" fmla="*/ 4472440 w 4472440"/>
              <a:gd name="connsiteY2" fmla="*/ 6339543 h 6339543"/>
              <a:gd name="connsiteX3" fmla="*/ 0 w 4472440"/>
              <a:gd name="connsiteY3" fmla="*/ 6339543 h 6339543"/>
              <a:gd name="connsiteX0" fmla="*/ 0 w 3662543"/>
              <a:gd name="connsiteY0" fmla="*/ 6348549 h 6348549"/>
              <a:gd name="connsiteX1" fmla="*/ 0 w 3662543"/>
              <a:gd name="connsiteY1" fmla="*/ 9006 h 6348549"/>
              <a:gd name="connsiteX2" fmla="*/ 3662543 w 3662543"/>
              <a:gd name="connsiteY2" fmla="*/ 0 h 6348549"/>
              <a:gd name="connsiteX3" fmla="*/ 0 w 3662543"/>
              <a:gd name="connsiteY3" fmla="*/ 6348549 h 634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2543" h="6348549">
                <a:moveTo>
                  <a:pt x="0" y="6348549"/>
                </a:moveTo>
                <a:lnTo>
                  <a:pt x="0" y="9006"/>
                </a:lnTo>
                <a:lnTo>
                  <a:pt x="3662543" y="0"/>
                </a:lnTo>
                <a:lnTo>
                  <a:pt x="0" y="63485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8D69F68D-D20B-634F-A7DF-2024869F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43" y="-4057"/>
            <a:ext cx="4193511" cy="687600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9ACDECA5-5310-2741-AFD4-9FA6D30AE3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7950" y="396895"/>
            <a:ext cx="1534512" cy="221651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AD74E1F-F2A4-CC49-99FD-9ED7BC89E3E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CC4B14C-5C3F-404D-96E3-09D19E2D2D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7B2B26A-3518-3A46-B8E6-D07ADC8A60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1" name="Tittel 15">
            <a:extLst>
              <a:ext uri="{FF2B5EF4-FFF2-40B4-BE49-F238E27FC236}">
                <a16:creationId xmlns:a16="http://schemas.microsoft.com/office/drawing/2014/main" id="{40DDF9E0-217A-4E46-9196-61EEA60138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1580322"/>
            <a:ext cx="7315200" cy="1848678"/>
          </a:xfrm>
          <a:prstGeom prst="rect">
            <a:avLst/>
          </a:prstGeom>
        </p:spPr>
        <p:txBody>
          <a:bodyPr lIns="90000" anchor="b" anchorCtr="0"/>
          <a:lstStyle>
            <a:lvl1pPr>
              <a:defRPr/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13" name="Plassholder for tekst 6">
            <a:extLst>
              <a:ext uri="{FF2B5EF4-FFF2-40B4-BE49-F238E27FC236}">
                <a16:creationId xmlns:a16="http://schemas.microsoft.com/office/drawing/2014/main" id="{1924A95A-C9A7-584B-A637-DE18A8ED7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3571979"/>
            <a:ext cx="7315200" cy="2461073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139303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Innhold - 1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15">
            <a:extLst>
              <a:ext uri="{FF2B5EF4-FFF2-40B4-BE49-F238E27FC236}">
                <a16:creationId xmlns:a16="http://schemas.microsoft.com/office/drawing/2014/main" id="{ED87802B-D130-1647-B1E2-F757BC7263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23" name="Rettvinklet trekant 27">
            <a:extLst>
              <a:ext uri="{FF2B5EF4-FFF2-40B4-BE49-F238E27FC236}">
                <a16:creationId xmlns:a16="http://schemas.microsoft.com/office/drawing/2014/main" id="{A2390908-B4DD-2F49-8D56-2D4880A59909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596590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ttvinklet trekant 27">
            <a:extLst>
              <a:ext uri="{FF2B5EF4-FFF2-40B4-BE49-F238E27FC236}">
                <a16:creationId xmlns:a16="http://schemas.microsoft.com/office/drawing/2014/main" id="{2C2BA1F4-8C63-F045-B9B9-45E4AD8DAE71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2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25D4BE6C-8312-A449-AFC1-B7561772194B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  <p:sp>
        <p:nvSpPr>
          <p:cNvPr id="7" name="Plassholder for innhold 6">
            <a:extLst>
              <a:ext uri="{FF2B5EF4-FFF2-40B4-BE49-F238E27FC236}">
                <a16:creationId xmlns:a16="http://schemas.microsoft.com/office/drawing/2014/main" id="{E279CA91-269B-AC4C-A099-96372B60D0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</p:spTree>
    <p:extLst>
      <p:ext uri="{BB962C8B-B14F-4D97-AF65-F5344CB8AC3E}">
        <p14:creationId xmlns:p14="http://schemas.microsoft.com/office/powerpoint/2010/main" val="12698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Innhold - 2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7B2EF43A-3737-D142-8706-749975E5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E0852626-4A78-B54B-9218-F759096A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b-NO" dirty="0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EFDD4673-8844-064F-981D-E412DE70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DBD77B04-8F17-8047-B2B8-00A69B9D2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6" name="Rettvinklet trekant 27">
            <a:extLst>
              <a:ext uri="{FF2B5EF4-FFF2-40B4-BE49-F238E27FC236}">
                <a16:creationId xmlns:a16="http://schemas.microsoft.com/office/drawing/2014/main" id="{51CE98A6-071E-5245-8C3E-775934193CA7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Plassholder for innhold 6">
            <a:extLst>
              <a:ext uri="{FF2B5EF4-FFF2-40B4-BE49-F238E27FC236}">
                <a16:creationId xmlns:a16="http://schemas.microsoft.com/office/drawing/2014/main" id="{5D1B6DCD-89FF-6C4A-A9CA-5027B8AC1BA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1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3" name="Plassholder for innhold 6">
            <a:extLst>
              <a:ext uri="{FF2B5EF4-FFF2-40B4-BE49-F238E27FC236}">
                <a16:creationId xmlns:a16="http://schemas.microsoft.com/office/drawing/2014/main" id="{1596E632-D171-D943-A55A-AF4F5D1DA5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453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4" name="TekstSylinder 24">
            <a:extLst>
              <a:ext uri="{FF2B5EF4-FFF2-40B4-BE49-F238E27FC236}">
                <a16:creationId xmlns:a16="http://schemas.microsoft.com/office/drawing/2014/main" id="{3ECCCA05-71A9-4D81-B672-4C11E499D6B9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36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Heldekkende bilde m/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31E67210-FB6C-1C49-BE9E-518C2B04E6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b="1">
                <a:solidFill>
                  <a:srgbClr val="59595B"/>
                </a:solidFill>
              </a:defRPr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endParaRPr lang="nb-NO" dirty="0"/>
          </a:p>
          <a:p>
            <a:br>
              <a:rPr lang="nb-NO" dirty="0"/>
            </a:br>
            <a:r>
              <a:rPr lang="nb-NO" dirty="0"/>
              <a:t>Bilde</a:t>
            </a:r>
          </a:p>
          <a:p>
            <a:r>
              <a:rPr lang="nb-NO" dirty="0"/>
              <a:t>Dra &amp; slipp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0D6BF1A-7B49-A642-87D3-65A2AF625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330" y="596347"/>
            <a:ext cx="5110162" cy="2044700"/>
          </a:xfrm>
          <a:solidFill>
            <a:schemeClr val="bg1">
              <a:alpha val="70000"/>
            </a:schemeClr>
          </a:solidFill>
        </p:spPr>
        <p:txBody>
          <a:bodyPr lIns="216000" tIns="216000" rIns="216000" bIns="216000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85416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Innhold - 1 spalte - møn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ilde 40" descr="Et bilde som inneholder bygning&#10;&#10;Automatisk generert beskrivelse">
            <a:extLst>
              <a:ext uri="{FF2B5EF4-FFF2-40B4-BE49-F238E27FC236}">
                <a16:creationId xmlns:a16="http://schemas.microsoft.com/office/drawing/2014/main" id="{C722C78B-FEED-864C-9B4F-34166B644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5790" y="-179414"/>
            <a:ext cx="4299698" cy="7050114"/>
          </a:xfrm>
          <a:prstGeom prst="rect">
            <a:avLst/>
          </a:prstGeom>
          <a:ln>
            <a:noFill/>
          </a:ln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42" name="Rettvinklet trekant 27">
            <a:extLst>
              <a:ext uri="{FF2B5EF4-FFF2-40B4-BE49-F238E27FC236}">
                <a16:creationId xmlns:a16="http://schemas.microsoft.com/office/drawing/2014/main" id="{370F4F86-A580-514E-8034-F5C71B9D7440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3" name="Tittel 15">
            <a:extLst>
              <a:ext uri="{FF2B5EF4-FFF2-40B4-BE49-F238E27FC236}">
                <a16:creationId xmlns:a16="http://schemas.microsoft.com/office/drawing/2014/main" id="{3464B134-934E-7245-8426-1287D8010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0" name="Plassholder for innhold 6">
            <a:extLst>
              <a:ext uri="{FF2B5EF4-FFF2-40B4-BE49-F238E27FC236}">
                <a16:creationId xmlns:a16="http://schemas.microsoft.com/office/drawing/2014/main" id="{4CAC9B78-1D15-4946-9847-333BA4593C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1" name="TekstSylinder 24">
            <a:extLst>
              <a:ext uri="{FF2B5EF4-FFF2-40B4-BE49-F238E27FC236}">
                <a16:creationId xmlns:a16="http://schemas.microsoft.com/office/drawing/2014/main" id="{C73BA9B7-0C49-4356-B558-925EC950F154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2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Innhold - 1 spalte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2">
            <a:extLst>
              <a:ext uri="{FF2B5EF4-FFF2-40B4-BE49-F238E27FC236}">
                <a16:creationId xmlns:a16="http://schemas.microsoft.com/office/drawing/2014/main" id="{67B41F1E-7E0B-E74D-8804-67D5839E9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383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Tittel 15">
            <a:extLst>
              <a:ext uri="{FF2B5EF4-FFF2-40B4-BE49-F238E27FC236}">
                <a16:creationId xmlns:a16="http://schemas.microsoft.com/office/drawing/2014/main" id="{B04FC051-BDD9-444E-8F81-C2262CFE1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0" name="Plassholder for innhold 6">
            <a:extLst>
              <a:ext uri="{FF2B5EF4-FFF2-40B4-BE49-F238E27FC236}">
                <a16:creationId xmlns:a16="http://schemas.microsoft.com/office/drawing/2014/main" id="{03E180EB-10D5-F74C-9643-6F3F6C86403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2" name="TekstSylinder 24">
            <a:extLst>
              <a:ext uri="{FF2B5EF4-FFF2-40B4-BE49-F238E27FC236}">
                <a16:creationId xmlns:a16="http://schemas.microsoft.com/office/drawing/2014/main" id="{A9828219-558B-47FF-B2DE-66EEECB78DFD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90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Innhold - 2 spalter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2">
            <a:extLst>
              <a:ext uri="{FF2B5EF4-FFF2-40B4-BE49-F238E27FC236}">
                <a16:creationId xmlns:a16="http://schemas.microsoft.com/office/drawing/2014/main" id="{67B41F1E-7E0B-E74D-8804-67D5839E9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383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E36400CA-957A-824B-A38F-C6F5DD59B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4" name="Plassholder for innhold 6">
            <a:extLst>
              <a:ext uri="{FF2B5EF4-FFF2-40B4-BE49-F238E27FC236}">
                <a16:creationId xmlns:a16="http://schemas.microsoft.com/office/drawing/2014/main" id="{F4240B87-D562-F94F-B6EF-2CE0D864116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1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8" name="Plassholder for innhold 6">
            <a:extLst>
              <a:ext uri="{FF2B5EF4-FFF2-40B4-BE49-F238E27FC236}">
                <a16:creationId xmlns:a16="http://schemas.microsoft.com/office/drawing/2014/main" id="{14B55B89-66D3-AC4E-A449-2DBF6D65235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453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6" name="TekstSylinder 24">
            <a:extLst>
              <a:ext uri="{FF2B5EF4-FFF2-40B4-BE49-F238E27FC236}">
                <a16:creationId xmlns:a16="http://schemas.microsoft.com/office/drawing/2014/main" id="{34B8837A-3941-45AA-B98C-F1F5364D4D4E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26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Innhold - 1 spalte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e 2">
            <a:extLst>
              <a:ext uri="{FF2B5EF4-FFF2-40B4-BE49-F238E27FC236}">
                <a16:creationId xmlns:a16="http://schemas.microsoft.com/office/drawing/2014/main" id="{FF56A64B-443D-2142-AF60-33D1C7D3DA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861" y="-3692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" name="Tittel 15">
            <a:extLst>
              <a:ext uri="{FF2B5EF4-FFF2-40B4-BE49-F238E27FC236}">
                <a16:creationId xmlns:a16="http://schemas.microsoft.com/office/drawing/2014/main" id="{55015230-9D04-CE4D-B9DE-31677E232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21" name="Rettvinklet trekant 27">
            <a:extLst>
              <a:ext uri="{FF2B5EF4-FFF2-40B4-BE49-F238E27FC236}">
                <a16:creationId xmlns:a16="http://schemas.microsoft.com/office/drawing/2014/main" id="{439149EA-5B24-AB4B-86FE-EA06523D706A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056769" y="3796382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" name="Rettvinklet trekant 27">
            <a:extLst>
              <a:ext uri="{FF2B5EF4-FFF2-40B4-BE49-F238E27FC236}">
                <a16:creationId xmlns:a16="http://schemas.microsoft.com/office/drawing/2014/main" id="{6C26C92C-0D71-144C-AE16-D0F72F422EC8}"/>
              </a:ext>
            </a:extLst>
          </p:cNvPr>
          <p:cNvSpPr>
            <a:spLocks noChangeAspect="1"/>
          </p:cNvSpPr>
          <p:nvPr userDrawn="1"/>
        </p:nvSpPr>
        <p:spPr>
          <a:xfrm>
            <a:off x="10512947" y="4753145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ttvinklet trekant 27">
            <a:extLst>
              <a:ext uri="{FF2B5EF4-FFF2-40B4-BE49-F238E27FC236}">
                <a16:creationId xmlns:a16="http://schemas.microsoft.com/office/drawing/2014/main" id="{D6B189F4-E5A0-8546-8D40-131B6E9E613F}"/>
              </a:ext>
            </a:extLst>
          </p:cNvPr>
          <p:cNvSpPr>
            <a:spLocks noChangeAspect="1"/>
          </p:cNvSpPr>
          <p:nvPr userDrawn="1"/>
        </p:nvSpPr>
        <p:spPr>
          <a:xfrm>
            <a:off x="11600591" y="5709907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chemeClr val="bg2">
                  <a:alpha val="37000"/>
                </a:schemeClr>
              </a:gs>
              <a:gs pos="33000">
                <a:schemeClr val="accent6">
                  <a:alpha val="47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" name="Rettvinklet trekant 27">
            <a:extLst>
              <a:ext uri="{FF2B5EF4-FFF2-40B4-BE49-F238E27FC236}">
                <a16:creationId xmlns:a16="http://schemas.microsoft.com/office/drawing/2014/main" id="{C80E26FB-FB3B-8E4B-B1B0-D08BBAFE0126}"/>
              </a:ext>
            </a:extLst>
          </p:cNvPr>
          <p:cNvSpPr>
            <a:spLocks noChangeAspect="1"/>
          </p:cNvSpPr>
          <p:nvPr userDrawn="1"/>
        </p:nvSpPr>
        <p:spPr>
          <a:xfrm>
            <a:off x="9934351" y="3796383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chemeClr val="bg2">
                  <a:alpha val="37000"/>
                </a:schemeClr>
              </a:gs>
              <a:gs pos="33000">
                <a:schemeClr val="accent6">
                  <a:alpha val="47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Plassholder for tekst 6">
            <a:extLst>
              <a:ext uri="{FF2B5EF4-FFF2-40B4-BE49-F238E27FC236}">
                <a16:creationId xmlns:a16="http://schemas.microsoft.com/office/drawing/2014/main" id="{0292E8DB-BD20-994B-9DF8-0F8A72DE6D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13312"/>
            <a:ext cx="7315200" cy="4334138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  <p:sp>
        <p:nvSpPr>
          <p:cNvPr id="15" name="TekstSylinder 24">
            <a:extLst>
              <a:ext uri="{FF2B5EF4-FFF2-40B4-BE49-F238E27FC236}">
                <a16:creationId xmlns:a16="http://schemas.microsoft.com/office/drawing/2014/main" id="{75C6977B-4805-4FAB-B209-8A65A53E337C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82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nnhold - 1 spalte - skrå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e 2">
            <a:extLst>
              <a:ext uri="{FF2B5EF4-FFF2-40B4-BE49-F238E27FC236}">
                <a16:creationId xmlns:a16="http://schemas.microsoft.com/office/drawing/2014/main" id="{FF56A64B-443D-2142-AF60-33D1C7D3DA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862" y="-3692"/>
            <a:ext cx="12197861" cy="6865383"/>
          </a:xfrm>
          <a:prstGeom prst="rect">
            <a:avLst/>
          </a:prstGeom>
        </p:spPr>
      </p:pic>
      <p:sp>
        <p:nvSpPr>
          <p:cNvPr id="14" name="Plassholder for bilde 7">
            <a:extLst>
              <a:ext uri="{FF2B5EF4-FFF2-40B4-BE49-F238E27FC236}">
                <a16:creationId xmlns:a16="http://schemas.microsoft.com/office/drawing/2014/main" id="{CCAEA3EC-A598-B846-82D5-F13F48E1104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36120" y="-6350"/>
            <a:ext cx="6655880" cy="6871227"/>
          </a:xfrm>
          <a:custGeom>
            <a:avLst/>
            <a:gdLst>
              <a:gd name="connsiteX0" fmla="*/ 0 w 6692900"/>
              <a:gd name="connsiteY0" fmla="*/ 0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0 w 6692900"/>
              <a:gd name="connsiteY4" fmla="*/ 0 h 6864350"/>
              <a:gd name="connsiteX0" fmla="*/ 4028660 w 6692900"/>
              <a:gd name="connsiteY0" fmla="*/ 0 h 6877602"/>
              <a:gd name="connsiteX1" fmla="*/ 6692900 w 6692900"/>
              <a:gd name="connsiteY1" fmla="*/ 13252 h 6877602"/>
              <a:gd name="connsiteX2" fmla="*/ 6692900 w 6692900"/>
              <a:gd name="connsiteY2" fmla="*/ 6877602 h 6877602"/>
              <a:gd name="connsiteX3" fmla="*/ 0 w 6692900"/>
              <a:gd name="connsiteY3" fmla="*/ 6877602 h 6877602"/>
              <a:gd name="connsiteX4" fmla="*/ 4028660 w 6692900"/>
              <a:gd name="connsiteY4" fmla="*/ 0 h 6877602"/>
              <a:gd name="connsiteX0" fmla="*/ 4176741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176741 w 6692900"/>
              <a:gd name="connsiteY4" fmla="*/ 5258 h 6864350"/>
              <a:gd name="connsiteX0" fmla="*/ 4017553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017553 w 6692900"/>
              <a:gd name="connsiteY4" fmla="*/ 5258 h 6864350"/>
              <a:gd name="connsiteX0" fmla="*/ 3980533 w 6655880"/>
              <a:gd name="connsiteY0" fmla="*/ 5258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80533 w 6655880"/>
              <a:gd name="connsiteY4" fmla="*/ 5258 h 6868052"/>
              <a:gd name="connsiteX0" fmla="*/ 3967833 w 6655880"/>
              <a:gd name="connsiteY0" fmla="*/ 2083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67833 w 6655880"/>
              <a:gd name="connsiteY4" fmla="*/ 2083 h 6868052"/>
              <a:gd name="connsiteX0" fmla="*/ 3955133 w 6643180"/>
              <a:gd name="connsiteY0" fmla="*/ 2083 h 6871227"/>
              <a:gd name="connsiteX1" fmla="*/ 6643180 w 6643180"/>
              <a:gd name="connsiteY1" fmla="*/ 0 h 6871227"/>
              <a:gd name="connsiteX2" fmla="*/ 6643180 w 6643180"/>
              <a:gd name="connsiteY2" fmla="*/ 6864350 h 6871227"/>
              <a:gd name="connsiteX3" fmla="*/ 0 w 6643180"/>
              <a:gd name="connsiteY3" fmla="*/ 6871227 h 6871227"/>
              <a:gd name="connsiteX4" fmla="*/ 3955133 w 6643180"/>
              <a:gd name="connsiteY4" fmla="*/ 2083 h 6871227"/>
              <a:gd name="connsiteX0" fmla="*/ 396783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7833 w 6655880"/>
              <a:gd name="connsiteY4" fmla="*/ 2083 h 6871227"/>
              <a:gd name="connsiteX0" fmla="*/ 396148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1483 w 6655880"/>
              <a:gd name="connsiteY4" fmla="*/ 2083 h 6871227"/>
              <a:gd name="connsiteX0" fmla="*/ 411070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4110708 w 6655880"/>
              <a:gd name="connsiteY4" fmla="*/ 2083 h 6871227"/>
              <a:gd name="connsiteX0" fmla="*/ 396465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4658 w 6655880"/>
              <a:gd name="connsiteY4" fmla="*/ 2083 h 68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80" h="6871227">
                <a:moveTo>
                  <a:pt x="3964658" y="2083"/>
                </a:moveTo>
                <a:lnTo>
                  <a:pt x="6655880" y="0"/>
                </a:lnTo>
                <a:lnTo>
                  <a:pt x="6655880" y="6864350"/>
                </a:lnTo>
                <a:lnTo>
                  <a:pt x="0" y="6871227"/>
                </a:lnTo>
                <a:lnTo>
                  <a:pt x="3964658" y="2083"/>
                </a:lnTo>
                <a:close/>
              </a:path>
            </a:pathLst>
          </a:custGeo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180000" tIns="1296000" bIns="0" anchor="ctr" anchorCtr="0"/>
          <a:lstStyle>
            <a:lvl1pPr marL="0" indent="0" algn="ctr">
              <a:buFontTx/>
              <a:buNone/>
              <a:defRPr b="1">
                <a:solidFill>
                  <a:schemeClr val="accent1"/>
                </a:solidFill>
              </a:defRPr>
            </a:lvl1pPr>
          </a:lstStyle>
          <a:p>
            <a:r>
              <a:rPr lang="nb-NO" dirty="0"/>
              <a:t>Bilde - Dra &amp; slipp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1562AEE4-DECA-F44C-A92E-097739B696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863520"/>
            <a:ext cx="6183088" cy="1243635"/>
          </a:xfrm>
          <a:prstGeom prst="rect">
            <a:avLst/>
          </a:prstGeom>
        </p:spPr>
        <p:txBody>
          <a:bodyPr lIns="90000" anchor="b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9" name="Plassholder for tekst 6">
            <a:extLst>
              <a:ext uri="{FF2B5EF4-FFF2-40B4-BE49-F238E27FC236}">
                <a16:creationId xmlns:a16="http://schemas.microsoft.com/office/drawing/2014/main" id="{07C0304E-ADE1-7D47-A5A1-08C62C7FFA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198" y="2246856"/>
            <a:ext cx="4985657" cy="2543175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181394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tar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e 15">
            <a:extLst>
              <a:ext uri="{FF2B5EF4-FFF2-40B4-BE49-F238E27FC236}">
                <a16:creationId xmlns:a16="http://schemas.microsoft.com/office/drawing/2014/main" id="{8F5273AF-F2B5-3244-A335-B4250EFED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7950" y="396895"/>
            <a:ext cx="1534512" cy="221651"/>
          </a:xfrm>
          <a:prstGeom prst="rect">
            <a:avLst/>
          </a:prstGeom>
        </p:spPr>
      </p:pic>
      <p:sp>
        <p:nvSpPr>
          <p:cNvPr id="19" name="Tittel 15">
            <a:extLst>
              <a:ext uri="{FF2B5EF4-FFF2-40B4-BE49-F238E27FC236}">
                <a16:creationId xmlns:a16="http://schemas.microsoft.com/office/drawing/2014/main" id="{6391C75A-22BE-8840-B107-96FB3AB08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1580322"/>
            <a:ext cx="10515602" cy="1848678"/>
          </a:xfrm>
          <a:prstGeom prst="rect">
            <a:avLst/>
          </a:prstGeom>
        </p:spPr>
        <p:txBody>
          <a:bodyPr lIns="90000" anchor="b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30" name="Plassholder for dato 29">
            <a:extLst>
              <a:ext uri="{FF2B5EF4-FFF2-40B4-BE49-F238E27FC236}">
                <a16:creationId xmlns:a16="http://schemas.microsoft.com/office/drawing/2014/main" id="{6B836F52-8A58-F140-BBAC-45D1F1C5FD9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31" name="Plassholder for bunntekst 30">
            <a:extLst>
              <a:ext uri="{FF2B5EF4-FFF2-40B4-BE49-F238E27FC236}">
                <a16:creationId xmlns:a16="http://schemas.microsoft.com/office/drawing/2014/main" id="{B51DE252-6458-5A4A-AC04-38B677D373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32" name="Plassholder for lysbildenummer 31">
            <a:extLst>
              <a:ext uri="{FF2B5EF4-FFF2-40B4-BE49-F238E27FC236}">
                <a16:creationId xmlns:a16="http://schemas.microsoft.com/office/drawing/2014/main" id="{2B2A7109-291E-B94B-8BA6-DCD21855EC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35" name="Rettvinklet trekant 27">
            <a:extLst>
              <a:ext uri="{FF2B5EF4-FFF2-40B4-BE49-F238E27FC236}">
                <a16:creationId xmlns:a16="http://schemas.microsoft.com/office/drawing/2014/main" id="{57F93B44-48F6-FE46-B420-192290C0914F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596590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2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6" name="Rettvinklet trekant 27">
            <a:extLst>
              <a:ext uri="{FF2B5EF4-FFF2-40B4-BE49-F238E27FC236}">
                <a16:creationId xmlns:a16="http://schemas.microsoft.com/office/drawing/2014/main" id="{4E6C0877-AF38-C849-94B3-1A7ADE8798A4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71C6C0-857A-5844-B4C5-44CAFC8C1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517900"/>
            <a:ext cx="10515600" cy="2447925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101869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Tit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vinklet trekant 1">
            <a:extLst>
              <a:ext uri="{FF2B5EF4-FFF2-40B4-BE49-F238E27FC236}">
                <a16:creationId xmlns:a16="http://schemas.microsoft.com/office/drawing/2014/main" id="{9BD9662E-0191-6F4F-B4B2-75FC3EF58F5D}"/>
              </a:ext>
            </a:extLst>
          </p:cNvPr>
          <p:cNvSpPr/>
          <p:nvPr userDrawn="1"/>
        </p:nvSpPr>
        <p:spPr>
          <a:xfrm>
            <a:off x="-4944" y="-13063"/>
            <a:ext cx="3662543" cy="6348549"/>
          </a:xfrm>
          <a:custGeom>
            <a:avLst/>
            <a:gdLst>
              <a:gd name="connsiteX0" fmla="*/ 0 w 4472440"/>
              <a:gd name="connsiteY0" fmla="*/ 6339543 h 6339543"/>
              <a:gd name="connsiteX1" fmla="*/ 0 w 4472440"/>
              <a:gd name="connsiteY1" fmla="*/ 0 h 6339543"/>
              <a:gd name="connsiteX2" fmla="*/ 4472440 w 4472440"/>
              <a:gd name="connsiteY2" fmla="*/ 6339543 h 6339543"/>
              <a:gd name="connsiteX3" fmla="*/ 0 w 4472440"/>
              <a:gd name="connsiteY3" fmla="*/ 6339543 h 6339543"/>
              <a:gd name="connsiteX0" fmla="*/ 0 w 3662543"/>
              <a:gd name="connsiteY0" fmla="*/ 6348549 h 6348549"/>
              <a:gd name="connsiteX1" fmla="*/ 0 w 3662543"/>
              <a:gd name="connsiteY1" fmla="*/ 9006 h 6348549"/>
              <a:gd name="connsiteX2" fmla="*/ 3662543 w 3662543"/>
              <a:gd name="connsiteY2" fmla="*/ 0 h 6348549"/>
              <a:gd name="connsiteX3" fmla="*/ 0 w 3662543"/>
              <a:gd name="connsiteY3" fmla="*/ 6348549 h 634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2543" h="6348549">
                <a:moveTo>
                  <a:pt x="0" y="6348549"/>
                </a:moveTo>
                <a:lnTo>
                  <a:pt x="0" y="9006"/>
                </a:lnTo>
                <a:lnTo>
                  <a:pt x="3662543" y="0"/>
                </a:lnTo>
                <a:lnTo>
                  <a:pt x="0" y="63485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8D69F68D-D20B-634F-A7DF-2024869F8D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43" y="-4057"/>
            <a:ext cx="4193511" cy="687600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9ACDECA5-5310-2741-AFD4-9FA6D30AE3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7950" y="396895"/>
            <a:ext cx="1534512" cy="221651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AD74E1F-F2A4-CC49-99FD-9ED7BC89E3E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CC4B14C-5C3F-404D-96E3-09D19E2D2D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7B2B26A-3518-3A46-B8E6-D07ADC8A60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1" name="Tittel 15">
            <a:extLst>
              <a:ext uri="{FF2B5EF4-FFF2-40B4-BE49-F238E27FC236}">
                <a16:creationId xmlns:a16="http://schemas.microsoft.com/office/drawing/2014/main" id="{40DDF9E0-217A-4E46-9196-61EEA60138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1580322"/>
            <a:ext cx="7315200" cy="1848678"/>
          </a:xfrm>
          <a:prstGeom prst="rect">
            <a:avLst/>
          </a:prstGeom>
        </p:spPr>
        <p:txBody>
          <a:bodyPr lIns="90000" anchor="b" anchorCtr="0"/>
          <a:lstStyle>
            <a:lvl1pPr>
              <a:defRPr/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13" name="Plassholder for tekst 6">
            <a:extLst>
              <a:ext uri="{FF2B5EF4-FFF2-40B4-BE49-F238E27FC236}">
                <a16:creationId xmlns:a16="http://schemas.microsoft.com/office/drawing/2014/main" id="{1924A95A-C9A7-584B-A637-DE18A8ED7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3571979"/>
            <a:ext cx="7315200" cy="2461073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2190204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Innhold - 1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15">
            <a:extLst>
              <a:ext uri="{FF2B5EF4-FFF2-40B4-BE49-F238E27FC236}">
                <a16:creationId xmlns:a16="http://schemas.microsoft.com/office/drawing/2014/main" id="{ED87802B-D130-1647-B1E2-F757BC7263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23" name="Rettvinklet trekant 27">
            <a:extLst>
              <a:ext uri="{FF2B5EF4-FFF2-40B4-BE49-F238E27FC236}">
                <a16:creationId xmlns:a16="http://schemas.microsoft.com/office/drawing/2014/main" id="{A2390908-B4DD-2F49-8D56-2D4880A59909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596590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ttvinklet trekant 27">
            <a:extLst>
              <a:ext uri="{FF2B5EF4-FFF2-40B4-BE49-F238E27FC236}">
                <a16:creationId xmlns:a16="http://schemas.microsoft.com/office/drawing/2014/main" id="{2C2BA1F4-8C63-F045-B9B9-45E4AD8DAE71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2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Plassholder for innhold 6">
            <a:extLst>
              <a:ext uri="{FF2B5EF4-FFF2-40B4-BE49-F238E27FC236}">
                <a16:creationId xmlns:a16="http://schemas.microsoft.com/office/drawing/2014/main" id="{E279CA91-269B-AC4C-A099-96372B60D0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0" name="TekstSylinder 24">
            <a:extLst>
              <a:ext uri="{FF2B5EF4-FFF2-40B4-BE49-F238E27FC236}">
                <a16:creationId xmlns:a16="http://schemas.microsoft.com/office/drawing/2014/main" id="{4EF7804C-C49C-4D44-82E6-430F469A41A6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75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Innhold - 2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7B2EF43A-3737-D142-8706-749975E5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E0852626-4A78-B54B-9218-F759096A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b-NO" dirty="0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EFDD4673-8844-064F-981D-E412DE70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DBD77B04-8F17-8047-B2B8-00A69B9D2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6" name="Rettvinklet trekant 27">
            <a:extLst>
              <a:ext uri="{FF2B5EF4-FFF2-40B4-BE49-F238E27FC236}">
                <a16:creationId xmlns:a16="http://schemas.microsoft.com/office/drawing/2014/main" id="{51CE98A6-071E-5245-8C3E-775934193CA7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Plassholder for innhold 6">
            <a:extLst>
              <a:ext uri="{FF2B5EF4-FFF2-40B4-BE49-F238E27FC236}">
                <a16:creationId xmlns:a16="http://schemas.microsoft.com/office/drawing/2014/main" id="{5D1B6DCD-89FF-6C4A-A9CA-5027B8AC1BA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1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3" name="Plassholder for innhold 6">
            <a:extLst>
              <a:ext uri="{FF2B5EF4-FFF2-40B4-BE49-F238E27FC236}">
                <a16:creationId xmlns:a16="http://schemas.microsoft.com/office/drawing/2014/main" id="{1596E632-D171-D943-A55A-AF4F5D1DA5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453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7" name="TekstSylinder 24">
            <a:extLst>
              <a:ext uri="{FF2B5EF4-FFF2-40B4-BE49-F238E27FC236}">
                <a16:creationId xmlns:a16="http://schemas.microsoft.com/office/drawing/2014/main" id="{02127BE6-5DF6-4514-ABFA-BD28D57B6BBB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751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Heldekkende bilde m/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31E67210-FB6C-1C49-BE9E-518C2B04E6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b="1">
                <a:solidFill>
                  <a:srgbClr val="59595B"/>
                </a:solidFill>
              </a:defRPr>
            </a:lvl1pPr>
          </a:lstStyle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endParaRPr lang="nb-NO" dirty="0"/>
          </a:p>
          <a:p>
            <a:br>
              <a:rPr lang="nb-NO" dirty="0"/>
            </a:br>
            <a:r>
              <a:rPr lang="nb-NO" dirty="0"/>
              <a:t>Bilde</a:t>
            </a:r>
          </a:p>
          <a:p>
            <a:r>
              <a:rPr lang="nb-NO" dirty="0"/>
              <a:t>Dra &amp; slipp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0D6BF1A-7B49-A642-87D3-65A2AF625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330" y="596347"/>
            <a:ext cx="5110162" cy="2044700"/>
          </a:xfrm>
          <a:solidFill>
            <a:schemeClr val="bg1">
              <a:alpha val="70000"/>
            </a:schemeClr>
          </a:solidFill>
        </p:spPr>
        <p:txBody>
          <a:bodyPr lIns="216000" tIns="216000" rIns="216000" bIns="216000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2139889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Innhold - 1 spalte - mø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ilde 40" descr="Et bilde som inneholder bygning&#10;&#10;Automatisk generert beskrivelse">
            <a:extLst>
              <a:ext uri="{FF2B5EF4-FFF2-40B4-BE49-F238E27FC236}">
                <a16:creationId xmlns:a16="http://schemas.microsoft.com/office/drawing/2014/main" id="{C722C78B-FEED-864C-9B4F-34166B6442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5790" y="-179414"/>
            <a:ext cx="4299698" cy="7050114"/>
          </a:xfrm>
          <a:prstGeom prst="rect">
            <a:avLst/>
          </a:prstGeom>
          <a:ln>
            <a:noFill/>
          </a:ln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42" name="Rettvinklet trekant 27">
            <a:extLst>
              <a:ext uri="{FF2B5EF4-FFF2-40B4-BE49-F238E27FC236}">
                <a16:creationId xmlns:a16="http://schemas.microsoft.com/office/drawing/2014/main" id="{370F4F86-A580-514E-8034-F5C71B9D7440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3" name="Tittel 15">
            <a:extLst>
              <a:ext uri="{FF2B5EF4-FFF2-40B4-BE49-F238E27FC236}">
                <a16:creationId xmlns:a16="http://schemas.microsoft.com/office/drawing/2014/main" id="{3464B134-934E-7245-8426-1287D8010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0" name="Plassholder for innhold 6">
            <a:extLst>
              <a:ext uri="{FF2B5EF4-FFF2-40B4-BE49-F238E27FC236}">
                <a16:creationId xmlns:a16="http://schemas.microsoft.com/office/drawing/2014/main" id="{4CAC9B78-1D15-4946-9847-333BA4593C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1" name="TekstSylinder 24">
            <a:extLst>
              <a:ext uri="{FF2B5EF4-FFF2-40B4-BE49-F238E27FC236}">
                <a16:creationId xmlns:a16="http://schemas.microsoft.com/office/drawing/2014/main" id="{823AD26D-FBA5-4394-BB5A-51507AC7F3BD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35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Innhold - 1 spalte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2">
            <a:extLst>
              <a:ext uri="{FF2B5EF4-FFF2-40B4-BE49-F238E27FC236}">
                <a16:creationId xmlns:a16="http://schemas.microsoft.com/office/drawing/2014/main" id="{67B41F1E-7E0B-E74D-8804-67D5839E9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383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Tittel 15">
            <a:extLst>
              <a:ext uri="{FF2B5EF4-FFF2-40B4-BE49-F238E27FC236}">
                <a16:creationId xmlns:a16="http://schemas.microsoft.com/office/drawing/2014/main" id="{B04FC051-BDD9-444E-8F81-C2262CFE1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0" name="Plassholder for innhold 6">
            <a:extLst>
              <a:ext uri="{FF2B5EF4-FFF2-40B4-BE49-F238E27FC236}">
                <a16:creationId xmlns:a16="http://schemas.microsoft.com/office/drawing/2014/main" id="{03E180EB-10D5-F74C-9643-6F3F6C86403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0" y="1728788"/>
            <a:ext cx="10515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2" name="TekstSylinder 24">
            <a:extLst>
              <a:ext uri="{FF2B5EF4-FFF2-40B4-BE49-F238E27FC236}">
                <a16:creationId xmlns:a16="http://schemas.microsoft.com/office/drawing/2014/main" id="{857C7D04-710A-4A97-9EAA-40B09E164CD4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658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Innhold - 2 spalter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2">
            <a:extLst>
              <a:ext uri="{FF2B5EF4-FFF2-40B4-BE49-F238E27FC236}">
                <a16:creationId xmlns:a16="http://schemas.microsoft.com/office/drawing/2014/main" id="{67B41F1E-7E0B-E74D-8804-67D5839E9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383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E36400CA-957A-824B-A38F-C6F5DD59B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14" name="Plassholder for innhold 6">
            <a:extLst>
              <a:ext uri="{FF2B5EF4-FFF2-40B4-BE49-F238E27FC236}">
                <a16:creationId xmlns:a16="http://schemas.microsoft.com/office/drawing/2014/main" id="{F4240B87-D562-F94F-B6EF-2CE0D864116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38201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8" name="Plassholder for innhold 6">
            <a:extLst>
              <a:ext uri="{FF2B5EF4-FFF2-40B4-BE49-F238E27FC236}">
                <a16:creationId xmlns:a16="http://schemas.microsoft.com/office/drawing/2014/main" id="{14B55B89-66D3-AC4E-A449-2DBF6D65235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453" y="1728788"/>
            <a:ext cx="5181600" cy="43830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6" name="TekstSylinder 24">
            <a:extLst>
              <a:ext uri="{FF2B5EF4-FFF2-40B4-BE49-F238E27FC236}">
                <a16:creationId xmlns:a16="http://schemas.microsoft.com/office/drawing/2014/main" id="{0B9A6B2A-85E5-4E55-9E51-759D72C23C31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756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Innhold - 1 spalte -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e 2">
            <a:extLst>
              <a:ext uri="{FF2B5EF4-FFF2-40B4-BE49-F238E27FC236}">
                <a16:creationId xmlns:a16="http://schemas.microsoft.com/office/drawing/2014/main" id="{FF56A64B-443D-2142-AF60-33D1C7D3DA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861" y="-3692"/>
            <a:ext cx="12192000" cy="6865383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3" name="Rettvinklet trekant 27">
            <a:extLst>
              <a:ext uri="{FF2B5EF4-FFF2-40B4-BE49-F238E27FC236}">
                <a16:creationId xmlns:a16="http://schemas.microsoft.com/office/drawing/2014/main" id="{8A77815E-E6D5-2142-8D8B-1391DE7630CA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6B278659-C33D-D848-8897-595FC68AF48C}"/>
              </a:ext>
            </a:extLst>
          </p:cNvPr>
          <p:cNvSpPr txBox="1"/>
          <p:nvPr userDrawn="1"/>
        </p:nvSpPr>
        <p:spPr>
          <a:xfrm>
            <a:off x="9982200" y="306883"/>
            <a:ext cx="165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err="1">
                <a:solidFill>
                  <a:schemeClr val="accent6"/>
                </a:solidFill>
              </a:rPr>
              <a:t>Multiconsult.no</a:t>
            </a:r>
            <a:endParaRPr lang="nb-NO" dirty="0">
              <a:solidFill>
                <a:schemeClr val="accent6"/>
              </a:solidFill>
            </a:endParaRPr>
          </a:p>
        </p:txBody>
      </p:sp>
      <p:sp>
        <p:nvSpPr>
          <p:cNvPr id="19" name="Tittel 15">
            <a:extLst>
              <a:ext uri="{FF2B5EF4-FFF2-40B4-BE49-F238E27FC236}">
                <a16:creationId xmlns:a16="http://schemas.microsoft.com/office/drawing/2014/main" id="{55015230-9D04-CE4D-B9DE-31677E232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21" name="Rettvinklet trekant 27">
            <a:extLst>
              <a:ext uri="{FF2B5EF4-FFF2-40B4-BE49-F238E27FC236}">
                <a16:creationId xmlns:a16="http://schemas.microsoft.com/office/drawing/2014/main" id="{439149EA-5B24-AB4B-86FE-EA06523D706A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056769" y="3796382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3" name="Rettvinklet trekant 27">
            <a:extLst>
              <a:ext uri="{FF2B5EF4-FFF2-40B4-BE49-F238E27FC236}">
                <a16:creationId xmlns:a16="http://schemas.microsoft.com/office/drawing/2014/main" id="{6C26C92C-0D71-144C-AE16-D0F72F422EC8}"/>
              </a:ext>
            </a:extLst>
          </p:cNvPr>
          <p:cNvSpPr>
            <a:spLocks noChangeAspect="1"/>
          </p:cNvSpPr>
          <p:nvPr userDrawn="1"/>
        </p:nvSpPr>
        <p:spPr>
          <a:xfrm>
            <a:off x="10512947" y="4753145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ttvinklet trekant 27">
            <a:extLst>
              <a:ext uri="{FF2B5EF4-FFF2-40B4-BE49-F238E27FC236}">
                <a16:creationId xmlns:a16="http://schemas.microsoft.com/office/drawing/2014/main" id="{D6B189F4-E5A0-8546-8D40-131B6E9E613F}"/>
              </a:ext>
            </a:extLst>
          </p:cNvPr>
          <p:cNvSpPr>
            <a:spLocks noChangeAspect="1"/>
          </p:cNvSpPr>
          <p:nvPr userDrawn="1"/>
        </p:nvSpPr>
        <p:spPr>
          <a:xfrm>
            <a:off x="11600591" y="5709907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chemeClr val="bg2">
                  <a:alpha val="37000"/>
                </a:schemeClr>
              </a:gs>
              <a:gs pos="33000">
                <a:schemeClr val="accent6">
                  <a:alpha val="47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5" name="Rettvinklet trekant 27">
            <a:extLst>
              <a:ext uri="{FF2B5EF4-FFF2-40B4-BE49-F238E27FC236}">
                <a16:creationId xmlns:a16="http://schemas.microsoft.com/office/drawing/2014/main" id="{C80E26FB-FB3B-8E4B-B1B0-D08BBAFE0126}"/>
              </a:ext>
            </a:extLst>
          </p:cNvPr>
          <p:cNvSpPr>
            <a:spLocks noChangeAspect="1"/>
          </p:cNvSpPr>
          <p:nvPr userDrawn="1"/>
        </p:nvSpPr>
        <p:spPr>
          <a:xfrm>
            <a:off x="9934351" y="3796383"/>
            <a:ext cx="543822" cy="956762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chemeClr val="bg2">
                  <a:alpha val="37000"/>
                </a:schemeClr>
              </a:gs>
              <a:gs pos="33000">
                <a:schemeClr val="accent6">
                  <a:alpha val="47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Plassholder for tekst 6">
            <a:extLst>
              <a:ext uri="{FF2B5EF4-FFF2-40B4-BE49-F238E27FC236}">
                <a16:creationId xmlns:a16="http://schemas.microsoft.com/office/drawing/2014/main" id="{0292E8DB-BD20-994B-9DF8-0F8A72DE6D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13312"/>
            <a:ext cx="7315200" cy="4334138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4195288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nnhold - 1 spalte - skrå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e 2">
            <a:extLst>
              <a:ext uri="{FF2B5EF4-FFF2-40B4-BE49-F238E27FC236}">
                <a16:creationId xmlns:a16="http://schemas.microsoft.com/office/drawing/2014/main" id="{FF56A64B-443D-2142-AF60-33D1C7D3DA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862" y="-3692"/>
            <a:ext cx="12197861" cy="6865383"/>
          </a:xfrm>
          <a:prstGeom prst="rect">
            <a:avLst/>
          </a:prstGeom>
        </p:spPr>
      </p:pic>
      <p:sp>
        <p:nvSpPr>
          <p:cNvPr id="14" name="Plassholder for bilde 7">
            <a:extLst>
              <a:ext uri="{FF2B5EF4-FFF2-40B4-BE49-F238E27FC236}">
                <a16:creationId xmlns:a16="http://schemas.microsoft.com/office/drawing/2014/main" id="{CCAEA3EC-A598-B846-82D5-F13F48E1104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36120" y="-6350"/>
            <a:ext cx="6655880" cy="6871227"/>
          </a:xfrm>
          <a:custGeom>
            <a:avLst/>
            <a:gdLst>
              <a:gd name="connsiteX0" fmla="*/ 0 w 6692900"/>
              <a:gd name="connsiteY0" fmla="*/ 0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0 w 6692900"/>
              <a:gd name="connsiteY4" fmla="*/ 0 h 6864350"/>
              <a:gd name="connsiteX0" fmla="*/ 4028660 w 6692900"/>
              <a:gd name="connsiteY0" fmla="*/ 0 h 6877602"/>
              <a:gd name="connsiteX1" fmla="*/ 6692900 w 6692900"/>
              <a:gd name="connsiteY1" fmla="*/ 13252 h 6877602"/>
              <a:gd name="connsiteX2" fmla="*/ 6692900 w 6692900"/>
              <a:gd name="connsiteY2" fmla="*/ 6877602 h 6877602"/>
              <a:gd name="connsiteX3" fmla="*/ 0 w 6692900"/>
              <a:gd name="connsiteY3" fmla="*/ 6877602 h 6877602"/>
              <a:gd name="connsiteX4" fmla="*/ 4028660 w 6692900"/>
              <a:gd name="connsiteY4" fmla="*/ 0 h 6877602"/>
              <a:gd name="connsiteX0" fmla="*/ 4176741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176741 w 6692900"/>
              <a:gd name="connsiteY4" fmla="*/ 5258 h 6864350"/>
              <a:gd name="connsiteX0" fmla="*/ 4017553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017553 w 6692900"/>
              <a:gd name="connsiteY4" fmla="*/ 5258 h 6864350"/>
              <a:gd name="connsiteX0" fmla="*/ 3980533 w 6655880"/>
              <a:gd name="connsiteY0" fmla="*/ 5258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80533 w 6655880"/>
              <a:gd name="connsiteY4" fmla="*/ 5258 h 6868052"/>
              <a:gd name="connsiteX0" fmla="*/ 3967833 w 6655880"/>
              <a:gd name="connsiteY0" fmla="*/ 2083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67833 w 6655880"/>
              <a:gd name="connsiteY4" fmla="*/ 2083 h 6868052"/>
              <a:gd name="connsiteX0" fmla="*/ 3955133 w 6643180"/>
              <a:gd name="connsiteY0" fmla="*/ 2083 h 6871227"/>
              <a:gd name="connsiteX1" fmla="*/ 6643180 w 6643180"/>
              <a:gd name="connsiteY1" fmla="*/ 0 h 6871227"/>
              <a:gd name="connsiteX2" fmla="*/ 6643180 w 6643180"/>
              <a:gd name="connsiteY2" fmla="*/ 6864350 h 6871227"/>
              <a:gd name="connsiteX3" fmla="*/ 0 w 6643180"/>
              <a:gd name="connsiteY3" fmla="*/ 6871227 h 6871227"/>
              <a:gd name="connsiteX4" fmla="*/ 3955133 w 6643180"/>
              <a:gd name="connsiteY4" fmla="*/ 2083 h 6871227"/>
              <a:gd name="connsiteX0" fmla="*/ 396783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7833 w 6655880"/>
              <a:gd name="connsiteY4" fmla="*/ 2083 h 6871227"/>
              <a:gd name="connsiteX0" fmla="*/ 396148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1483 w 6655880"/>
              <a:gd name="connsiteY4" fmla="*/ 2083 h 6871227"/>
              <a:gd name="connsiteX0" fmla="*/ 411070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4110708 w 6655880"/>
              <a:gd name="connsiteY4" fmla="*/ 2083 h 6871227"/>
              <a:gd name="connsiteX0" fmla="*/ 396465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4658 w 6655880"/>
              <a:gd name="connsiteY4" fmla="*/ 2083 h 68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80" h="6871227">
                <a:moveTo>
                  <a:pt x="3964658" y="2083"/>
                </a:moveTo>
                <a:lnTo>
                  <a:pt x="6655880" y="0"/>
                </a:lnTo>
                <a:lnTo>
                  <a:pt x="6655880" y="6864350"/>
                </a:lnTo>
                <a:lnTo>
                  <a:pt x="0" y="6871227"/>
                </a:lnTo>
                <a:lnTo>
                  <a:pt x="3964658" y="2083"/>
                </a:lnTo>
                <a:close/>
              </a:path>
            </a:pathLst>
          </a:custGeo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180000" tIns="1296000" bIns="0" anchor="ctr" anchorCtr="0"/>
          <a:lstStyle>
            <a:lvl1pPr marL="0" indent="0" algn="ctr">
              <a:buFontTx/>
              <a:buNone/>
              <a:defRPr b="1">
                <a:solidFill>
                  <a:schemeClr val="accent1"/>
                </a:solidFill>
              </a:defRPr>
            </a:lvl1pPr>
          </a:lstStyle>
          <a:p>
            <a:r>
              <a:rPr lang="nb-NO" dirty="0"/>
              <a:t>Bilde - Dra &amp; slipp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1562AEE4-DECA-F44C-A92E-097739B696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863520"/>
            <a:ext cx="6183088" cy="1243635"/>
          </a:xfrm>
          <a:prstGeom prst="rect">
            <a:avLst/>
          </a:prstGeom>
        </p:spPr>
        <p:txBody>
          <a:bodyPr lIns="90000" anchor="b" anchorCtr="0"/>
          <a:lstStyle/>
          <a:p>
            <a:r>
              <a:rPr lang="nb-NO" dirty="0"/>
              <a:t>Klikk for å legge til tittel</a:t>
            </a:r>
          </a:p>
        </p:txBody>
      </p:sp>
      <p:sp>
        <p:nvSpPr>
          <p:cNvPr id="9" name="Plassholder for tekst 6">
            <a:extLst>
              <a:ext uri="{FF2B5EF4-FFF2-40B4-BE49-F238E27FC236}">
                <a16:creationId xmlns:a16="http://schemas.microsoft.com/office/drawing/2014/main" id="{07C0304E-ADE1-7D47-A5A1-08C62C7FFA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198" y="2246856"/>
            <a:ext cx="4985657" cy="2543175"/>
          </a:xfrm>
        </p:spPr>
        <p:txBody>
          <a:bodyPr lIns="90000"/>
          <a:lstStyle/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158529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Innhold - 1 spalte -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15">
            <a:extLst>
              <a:ext uri="{FF2B5EF4-FFF2-40B4-BE49-F238E27FC236}">
                <a16:creationId xmlns:a16="http://schemas.microsoft.com/office/drawing/2014/main" id="{ED87802B-D130-1647-B1E2-F757BC7263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23" name="Rettvinklet trekant 27">
            <a:extLst>
              <a:ext uri="{FF2B5EF4-FFF2-40B4-BE49-F238E27FC236}">
                <a16:creationId xmlns:a16="http://schemas.microsoft.com/office/drawing/2014/main" id="{A2390908-B4DD-2F49-8D56-2D4880A59909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596590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4" name="Rettvinklet trekant 27">
            <a:extLst>
              <a:ext uri="{FF2B5EF4-FFF2-40B4-BE49-F238E27FC236}">
                <a16:creationId xmlns:a16="http://schemas.microsoft.com/office/drawing/2014/main" id="{2C2BA1F4-8C63-F045-B9B9-45E4AD8DAE71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2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Plassholder for innhold 6">
            <a:extLst>
              <a:ext uri="{FF2B5EF4-FFF2-40B4-BE49-F238E27FC236}">
                <a16:creationId xmlns:a16="http://schemas.microsoft.com/office/drawing/2014/main" id="{FBD4A8EE-C480-5948-9B3D-7542EE2E873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8200" y="1697038"/>
            <a:ext cx="10515600" cy="4205287"/>
          </a:xfrm>
        </p:spPr>
        <p:txBody>
          <a:bodyPr/>
          <a:lstStyle/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0" name="TekstSylinder 24">
            <a:extLst>
              <a:ext uri="{FF2B5EF4-FFF2-40B4-BE49-F238E27FC236}">
                <a16:creationId xmlns:a16="http://schemas.microsoft.com/office/drawing/2014/main" id="{0D39B1DA-54EE-4F64-BA14-065A652BAC11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338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Innhold - 2 spalter -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7B2EF43A-3737-D142-8706-749975E5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E0852626-4A78-B54B-9218-F759096A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nb-NO" dirty="0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EFDD4673-8844-064F-981D-E412DE70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Tittel 15">
            <a:extLst>
              <a:ext uri="{FF2B5EF4-FFF2-40B4-BE49-F238E27FC236}">
                <a16:creationId xmlns:a16="http://schemas.microsoft.com/office/drawing/2014/main" id="{DBD77B04-8F17-8047-B2B8-00A69B9D2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55563"/>
            <a:ext cx="10515600" cy="616364"/>
          </a:xfrm>
          <a:prstGeom prst="rect">
            <a:avLst/>
          </a:prstGeom>
        </p:spPr>
        <p:txBody>
          <a:bodyPr lIns="90000"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16" name="Rettvinklet trekant 27">
            <a:extLst>
              <a:ext uri="{FF2B5EF4-FFF2-40B4-BE49-F238E27FC236}">
                <a16:creationId xmlns:a16="http://schemas.microsoft.com/office/drawing/2014/main" id="{51CE98A6-071E-5245-8C3E-775934193CA7}"/>
              </a:ext>
            </a:extLst>
          </p:cNvPr>
          <p:cNvSpPr>
            <a:spLocks noChangeAspect="1"/>
          </p:cNvSpPr>
          <p:nvPr userDrawn="1"/>
        </p:nvSpPr>
        <p:spPr>
          <a:xfrm>
            <a:off x="-5861" y="-7034"/>
            <a:ext cx="507066" cy="892096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427339">
                <a:moveTo>
                  <a:pt x="0" y="5427339"/>
                </a:moveTo>
                <a:lnTo>
                  <a:pt x="0" y="18835"/>
                </a:lnTo>
                <a:lnTo>
                  <a:pt x="3084887" y="0"/>
                </a:lnTo>
                <a:lnTo>
                  <a:pt x="0" y="5427339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  <a:alpha val="95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382C793-2288-9245-8292-7295E74FF5F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4948" y="1697149"/>
            <a:ext cx="5181600" cy="42052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3" name="Plassholder for innhold 2">
            <a:extLst>
              <a:ext uri="{FF2B5EF4-FFF2-40B4-BE49-F238E27FC236}">
                <a16:creationId xmlns:a16="http://schemas.microsoft.com/office/drawing/2014/main" id="{9B81BC04-10F9-5041-96C4-A6A36B57D49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91032" y="1697149"/>
            <a:ext cx="5181600" cy="42052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legge til tekst eller annet innhold</a:t>
            </a:r>
          </a:p>
        </p:txBody>
      </p:sp>
      <p:sp>
        <p:nvSpPr>
          <p:cNvPr id="11" name="TekstSylinder 24">
            <a:extLst>
              <a:ext uri="{FF2B5EF4-FFF2-40B4-BE49-F238E27FC236}">
                <a16:creationId xmlns:a16="http://schemas.microsoft.com/office/drawing/2014/main" id="{9E709DF4-A5B4-476E-B155-F146E65C6EA5}"/>
              </a:ext>
            </a:extLst>
          </p:cNvPr>
          <p:cNvSpPr txBox="1"/>
          <p:nvPr userDrawn="1"/>
        </p:nvSpPr>
        <p:spPr>
          <a:xfrm>
            <a:off x="9755697" y="306883"/>
            <a:ext cx="165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 err="1">
                <a:solidFill>
                  <a:schemeClr val="accent6"/>
                </a:solidFill>
              </a:rPr>
              <a:t>multiconsult.no</a:t>
            </a:r>
            <a:endParaRPr lang="nb-NO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056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Innhold - 1 spalte - skråbilde - mø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6CAE637E-A08E-A74D-ADB8-7AD198515F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36120" y="-6350"/>
            <a:ext cx="6655880" cy="6871227"/>
          </a:xfrm>
          <a:custGeom>
            <a:avLst/>
            <a:gdLst>
              <a:gd name="connsiteX0" fmla="*/ 0 w 6692900"/>
              <a:gd name="connsiteY0" fmla="*/ 0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0 w 6692900"/>
              <a:gd name="connsiteY4" fmla="*/ 0 h 6864350"/>
              <a:gd name="connsiteX0" fmla="*/ 4028660 w 6692900"/>
              <a:gd name="connsiteY0" fmla="*/ 0 h 6877602"/>
              <a:gd name="connsiteX1" fmla="*/ 6692900 w 6692900"/>
              <a:gd name="connsiteY1" fmla="*/ 13252 h 6877602"/>
              <a:gd name="connsiteX2" fmla="*/ 6692900 w 6692900"/>
              <a:gd name="connsiteY2" fmla="*/ 6877602 h 6877602"/>
              <a:gd name="connsiteX3" fmla="*/ 0 w 6692900"/>
              <a:gd name="connsiteY3" fmla="*/ 6877602 h 6877602"/>
              <a:gd name="connsiteX4" fmla="*/ 4028660 w 6692900"/>
              <a:gd name="connsiteY4" fmla="*/ 0 h 6877602"/>
              <a:gd name="connsiteX0" fmla="*/ 4176741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176741 w 6692900"/>
              <a:gd name="connsiteY4" fmla="*/ 5258 h 6864350"/>
              <a:gd name="connsiteX0" fmla="*/ 4017553 w 6692900"/>
              <a:gd name="connsiteY0" fmla="*/ 5258 h 6864350"/>
              <a:gd name="connsiteX1" fmla="*/ 6692900 w 6692900"/>
              <a:gd name="connsiteY1" fmla="*/ 0 h 6864350"/>
              <a:gd name="connsiteX2" fmla="*/ 6692900 w 6692900"/>
              <a:gd name="connsiteY2" fmla="*/ 6864350 h 6864350"/>
              <a:gd name="connsiteX3" fmla="*/ 0 w 6692900"/>
              <a:gd name="connsiteY3" fmla="*/ 6864350 h 6864350"/>
              <a:gd name="connsiteX4" fmla="*/ 4017553 w 6692900"/>
              <a:gd name="connsiteY4" fmla="*/ 5258 h 6864350"/>
              <a:gd name="connsiteX0" fmla="*/ 3980533 w 6655880"/>
              <a:gd name="connsiteY0" fmla="*/ 5258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80533 w 6655880"/>
              <a:gd name="connsiteY4" fmla="*/ 5258 h 6868052"/>
              <a:gd name="connsiteX0" fmla="*/ 3967833 w 6655880"/>
              <a:gd name="connsiteY0" fmla="*/ 2083 h 6868052"/>
              <a:gd name="connsiteX1" fmla="*/ 6655880 w 6655880"/>
              <a:gd name="connsiteY1" fmla="*/ 0 h 6868052"/>
              <a:gd name="connsiteX2" fmla="*/ 6655880 w 6655880"/>
              <a:gd name="connsiteY2" fmla="*/ 6864350 h 6868052"/>
              <a:gd name="connsiteX3" fmla="*/ 0 w 6655880"/>
              <a:gd name="connsiteY3" fmla="*/ 6868052 h 6868052"/>
              <a:gd name="connsiteX4" fmla="*/ 3967833 w 6655880"/>
              <a:gd name="connsiteY4" fmla="*/ 2083 h 6868052"/>
              <a:gd name="connsiteX0" fmla="*/ 3955133 w 6643180"/>
              <a:gd name="connsiteY0" fmla="*/ 2083 h 6871227"/>
              <a:gd name="connsiteX1" fmla="*/ 6643180 w 6643180"/>
              <a:gd name="connsiteY1" fmla="*/ 0 h 6871227"/>
              <a:gd name="connsiteX2" fmla="*/ 6643180 w 6643180"/>
              <a:gd name="connsiteY2" fmla="*/ 6864350 h 6871227"/>
              <a:gd name="connsiteX3" fmla="*/ 0 w 6643180"/>
              <a:gd name="connsiteY3" fmla="*/ 6871227 h 6871227"/>
              <a:gd name="connsiteX4" fmla="*/ 3955133 w 6643180"/>
              <a:gd name="connsiteY4" fmla="*/ 2083 h 6871227"/>
              <a:gd name="connsiteX0" fmla="*/ 396783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7833 w 6655880"/>
              <a:gd name="connsiteY4" fmla="*/ 2083 h 6871227"/>
              <a:gd name="connsiteX0" fmla="*/ 3961483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1483 w 6655880"/>
              <a:gd name="connsiteY4" fmla="*/ 2083 h 6871227"/>
              <a:gd name="connsiteX0" fmla="*/ 411070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4110708 w 6655880"/>
              <a:gd name="connsiteY4" fmla="*/ 2083 h 6871227"/>
              <a:gd name="connsiteX0" fmla="*/ 3964658 w 6655880"/>
              <a:gd name="connsiteY0" fmla="*/ 2083 h 6871227"/>
              <a:gd name="connsiteX1" fmla="*/ 6655880 w 6655880"/>
              <a:gd name="connsiteY1" fmla="*/ 0 h 6871227"/>
              <a:gd name="connsiteX2" fmla="*/ 6655880 w 6655880"/>
              <a:gd name="connsiteY2" fmla="*/ 6864350 h 6871227"/>
              <a:gd name="connsiteX3" fmla="*/ 0 w 6655880"/>
              <a:gd name="connsiteY3" fmla="*/ 6871227 h 6871227"/>
              <a:gd name="connsiteX4" fmla="*/ 3964658 w 6655880"/>
              <a:gd name="connsiteY4" fmla="*/ 2083 h 687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80" h="6871227">
                <a:moveTo>
                  <a:pt x="3964658" y="2083"/>
                </a:moveTo>
                <a:lnTo>
                  <a:pt x="6655880" y="0"/>
                </a:lnTo>
                <a:lnTo>
                  <a:pt x="6655880" y="6864350"/>
                </a:lnTo>
                <a:lnTo>
                  <a:pt x="0" y="6871227"/>
                </a:lnTo>
                <a:lnTo>
                  <a:pt x="3964658" y="2083"/>
                </a:lnTo>
                <a:close/>
              </a:path>
            </a:pathLst>
          </a:custGeo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180000" tIns="1296000" bIns="0" anchor="ctr" anchorCtr="0"/>
          <a:lstStyle>
            <a:lvl1pPr marL="0" indent="0" algn="ctr">
              <a:buFontTx/>
              <a:buNone/>
              <a:defRPr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- Dra &amp; slipp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cxnSp>
        <p:nvCxnSpPr>
          <p:cNvPr id="26" name="Rett linje 25">
            <a:extLst>
              <a:ext uri="{FF2B5EF4-FFF2-40B4-BE49-F238E27FC236}">
                <a16:creationId xmlns:a16="http://schemas.microsoft.com/office/drawing/2014/main" id="{C0DE07A0-FAA4-6F42-957E-EFCA6B938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4869076" y="-243840"/>
            <a:ext cx="4255429" cy="73907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vinklet trekant 27">
            <a:extLst>
              <a:ext uri="{FF2B5EF4-FFF2-40B4-BE49-F238E27FC236}">
                <a16:creationId xmlns:a16="http://schemas.microsoft.com/office/drawing/2014/main" id="{07F13C95-FD59-D148-9E42-F033FA667CA0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085101" y="4168091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8" name="Rettvinklet trekant 27">
            <a:extLst>
              <a:ext uri="{FF2B5EF4-FFF2-40B4-BE49-F238E27FC236}">
                <a16:creationId xmlns:a16="http://schemas.microsoft.com/office/drawing/2014/main" id="{8C9B9F07-A57E-E84A-93D9-14423D8D151B}"/>
              </a:ext>
            </a:extLst>
          </p:cNvPr>
          <p:cNvSpPr>
            <a:spLocks noChangeAspect="1"/>
          </p:cNvSpPr>
          <p:nvPr userDrawn="1"/>
        </p:nvSpPr>
        <p:spPr>
          <a:xfrm>
            <a:off x="8995709" y="-63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1" name="Tittel 15">
            <a:extLst>
              <a:ext uri="{FF2B5EF4-FFF2-40B4-BE49-F238E27FC236}">
                <a16:creationId xmlns:a16="http://schemas.microsoft.com/office/drawing/2014/main" id="{B30C16BA-8CB5-8A48-90C3-72A8ECACE0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8" y="863520"/>
            <a:ext cx="6183088" cy="1243635"/>
          </a:xfrm>
        </p:spPr>
        <p:txBody>
          <a:bodyPr lIns="90000" anchor="b" anchorCtr="0"/>
          <a:lstStyle>
            <a:lvl1pPr>
              <a:defRPr>
                <a:latin typeface="+mj-lt"/>
              </a:defRPr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DF13B6E-D76E-A847-95D4-063803B690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272" y="2246313"/>
            <a:ext cx="4986338" cy="2543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20478440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Fire prosjekter - mø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uppe 89">
            <a:extLst>
              <a:ext uri="{FF2B5EF4-FFF2-40B4-BE49-F238E27FC236}">
                <a16:creationId xmlns:a16="http://schemas.microsoft.com/office/drawing/2014/main" id="{9CAAD0AE-D565-D54D-94A4-4171E92CE529}"/>
              </a:ext>
            </a:extLst>
          </p:cNvPr>
          <p:cNvGrpSpPr/>
          <p:nvPr userDrawn="1"/>
        </p:nvGrpSpPr>
        <p:grpSpPr>
          <a:xfrm>
            <a:off x="3194428" y="-243840"/>
            <a:ext cx="12960678" cy="7390718"/>
            <a:chOff x="3194428" y="-243840"/>
            <a:chExt cx="12960678" cy="7390718"/>
          </a:xfrm>
        </p:grpSpPr>
        <p:cxnSp>
          <p:nvCxnSpPr>
            <p:cNvPr id="26" name="Rett linje 25">
              <a:extLst>
                <a:ext uri="{FF2B5EF4-FFF2-40B4-BE49-F238E27FC236}">
                  <a16:creationId xmlns:a16="http://schemas.microsoft.com/office/drawing/2014/main" id="{C0DE07A0-FAA4-6F42-957E-EFCA6B9383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290178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tt linje 14">
              <a:extLst>
                <a:ext uri="{FF2B5EF4-FFF2-40B4-BE49-F238E27FC236}">
                  <a16:creationId xmlns:a16="http://schemas.microsoft.com/office/drawing/2014/main" id="{7D7A2648-0EE2-324E-9FEE-06A3512581C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8067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16">
              <a:extLst>
                <a:ext uri="{FF2B5EF4-FFF2-40B4-BE49-F238E27FC236}">
                  <a16:creationId xmlns:a16="http://schemas.microsoft.com/office/drawing/2014/main" id="{A495A768-760D-1849-97AA-5F99A3657D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3147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ett linje 18">
              <a:extLst>
                <a:ext uri="{FF2B5EF4-FFF2-40B4-BE49-F238E27FC236}">
                  <a16:creationId xmlns:a16="http://schemas.microsoft.com/office/drawing/2014/main" id="{A1EE18D4-2685-C34E-90A9-386EC6A6362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82597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Rett linje 20">
              <a:extLst>
                <a:ext uri="{FF2B5EF4-FFF2-40B4-BE49-F238E27FC236}">
                  <a16:creationId xmlns:a16="http://schemas.microsoft.com/office/drawing/2014/main" id="{30D1D288-A406-2F4E-9ACF-89BBF55CEC2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371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Rett linje 22">
              <a:extLst>
                <a:ext uri="{FF2B5EF4-FFF2-40B4-BE49-F238E27FC236}">
                  <a16:creationId xmlns:a16="http://schemas.microsoft.com/office/drawing/2014/main" id="{773FC36E-30B4-CC4F-86EE-99A09051B96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4832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Rett linje 24">
              <a:extLst>
                <a:ext uri="{FF2B5EF4-FFF2-40B4-BE49-F238E27FC236}">
                  <a16:creationId xmlns:a16="http://schemas.microsoft.com/office/drawing/2014/main" id="{42034A05-02FB-524F-A15B-73EC383E409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3594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tt linje 29">
              <a:extLst>
                <a:ext uri="{FF2B5EF4-FFF2-40B4-BE49-F238E27FC236}">
                  <a16:creationId xmlns:a16="http://schemas.microsoft.com/office/drawing/2014/main" id="{796FFC07-0EDD-F14F-89B7-BEE9A06831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88050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tt linje 33">
              <a:extLst>
                <a:ext uri="{FF2B5EF4-FFF2-40B4-BE49-F238E27FC236}">
                  <a16:creationId xmlns:a16="http://schemas.microsoft.com/office/drawing/2014/main" id="{EB0EFF6F-988A-294F-9ACE-3E5B15302B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38850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Rett linje 35">
              <a:extLst>
                <a:ext uri="{FF2B5EF4-FFF2-40B4-BE49-F238E27FC236}">
                  <a16:creationId xmlns:a16="http://schemas.microsoft.com/office/drawing/2014/main" id="{D64476B8-07E4-EA4A-B088-CE5082C005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899677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Rett linje 42">
              <a:extLst>
                <a:ext uri="{FF2B5EF4-FFF2-40B4-BE49-F238E27FC236}">
                  <a16:creationId xmlns:a16="http://schemas.microsoft.com/office/drawing/2014/main" id="{76AED88B-563A-544D-9C17-90D143438D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194428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Rett linje 44">
              <a:extLst>
                <a:ext uri="{FF2B5EF4-FFF2-40B4-BE49-F238E27FC236}">
                  <a16:creationId xmlns:a16="http://schemas.microsoft.com/office/drawing/2014/main" id="{F676763C-FC6A-B340-8F33-1149DC3B7B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110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Rett linje 46">
              <a:extLst>
                <a:ext uri="{FF2B5EF4-FFF2-40B4-BE49-F238E27FC236}">
                  <a16:creationId xmlns:a16="http://schemas.microsoft.com/office/drawing/2014/main" id="{082F3739-678E-4C49-BE0A-901D5CDC9E1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2190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Rett linje 48">
              <a:extLst>
                <a:ext uri="{FF2B5EF4-FFF2-40B4-BE49-F238E27FC236}">
                  <a16:creationId xmlns:a16="http://schemas.microsoft.com/office/drawing/2014/main" id="{A016389F-D6AD-0E42-96F6-486BD90B49A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3022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Rett linje 50">
              <a:extLst>
                <a:ext uri="{FF2B5EF4-FFF2-40B4-BE49-F238E27FC236}">
                  <a16:creationId xmlns:a16="http://schemas.microsoft.com/office/drawing/2014/main" id="{0C974A2F-D6E0-B847-9ED5-46D688D50D6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2413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tt linje 52">
              <a:extLst>
                <a:ext uri="{FF2B5EF4-FFF2-40B4-BE49-F238E27FC236}">
                  <a16:creationId xmlns:a16="http://schemas.microsoft.com/office/drawing/2014/main" id="{EBEB6C7F-7019-C14B-9E33-E919714BAC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75257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Rett linje 54">
              <a:extLst>
                <a:ext uri="{FF2B5EF4-FFF2-40B4-BE49-F238E27FC236}">
                  <a16:creationId xmlns:a16="http://schemas.microsoft.com/office/drawing/2014/main" id="{25A29311-D140-1743-BB1D-84A5FF616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2637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tt linje 56">
              <a:extLst>
                <a:ext uri="{FF2B5EF4-FFF2-40B4-BE49-F238E27FC236}">
                  <a16:creationId xmlns:a16="http://schemas.microsoft.com/office/drawing/2014/main" id="{A07BD3F3-B5EF-7F40-8490-F5A08197AA3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78475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41" name="Rettvinklet trekant 27">
            <a:extLst>
              <a:ext uri="{FF2B5EF4-FFF2-40B4-BE49-F238E27FC236}">
                <a16:creationId xmlns:a16="http://schemas.microsoft.com/office/drawing/2014/main" id="{47757028-5BAA-8142-9119-CCD916C9638C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13525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9" name="Rettvinklet trekant 27">
            <a:extLst>
              <a:ext uri="{FF2B5EF4-FFF2-40B4-BE49-F238E27FC236}">
                <a16:creationId xmlns:a16="http://schemas.microsoft.com/office/drawing/2014/main" id="{4C48011A-A3C1-974B-B2C9-1193D64CF073}"/>
              </a:ext>
            </a:extLst>
          </p:cNvPr>
          <p:cNvSpPr>
            <a:spLocks noChangeAspect="1"/>
          </p:cNvSpPr>
          <p:nvPr userDrawn="1"/>
        </p:nvSpPr>
        <p:spPr>
          <a:xfrm>
            <a:off x="816780" y="15430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0" name="Rettvinklet trekant 27">
            <a:extLst>
              <a:ext uri="{FF2B5EF4-FFF2-40B4-BE49-F238E27FC236}">
                <a16:creationId xmlns:a16="http://schemas.microsoft.com/office/drawing/2014/main" id="{DA84E3C8-F2A8-104A-90E7-36D02165243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309714" y="673179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1" name="Rettvinklet trekant 27">
            <a:extLst>
              <a:ext uri="{FF2B5EF4-FFF2-40B4-BE49-F238E27FC236}">
                <a16:creationId xmlns:a16="http://schemas.microsoft.com/office/drawing/2014/main" id="{D13560E2-F6FB-BC47-A52A-233A22C0A468}"/>
              </a:ext>
            </a:extLst>
          </p:cNvPr>
          <p:cNvSpPr>
            <a:spLocks noChangeAspect="1"/>
          </p:cNvSpPr>
          <p:nvPr userDrawn="1"/>
        </p:nvSpPr>
        <p:spPr>
          <a:xfrm>
            <a:off x="5927819" y="59753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F0349DEA-C99B-5F42-9487-6779DD51F66E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85800" y="5183187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Prosjektnavn</a:t>
            </a:r>
          </a:p>
        </p:txBody>
      </p:sp>
      <p:sp>
        <p:nvSpPr>
          <p:cNvPr id="74" name="Plassholder for tekst 9">
            <a:extLst>
              <a:ext uri="{FF2B5EF4-FFF2-40B4-BE49-F238E27FC236}">
                <a16:creationId xmlns:a16="http://schemas.microsoft.com/office/drawing/2014/main" id="{B8063622-2464-2A44-867F-3A87D839189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85800" y="5477101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Forretningsområde</a:t>
            </a:r>
          </a:p>
        </p:txBody>
      </p:sp>
      <p:sp>
        <p:nvSpPr>
          <p:cNvPr id="86" name="Plassholder for bilde 85">
            <a:extLst>
              <a:ext uri="{FF2B5EF4-FFF2-40B4-BE49-F238E27FC236}">
                <a16:creationId xmlns:a16="http://schemas.microsoft.com/office/drawing/2014/main" id="{9794216C-AFA4-384A-B77F-6D64E5D3DFEA}"/>
              </a:ext>
            </a:extLst>
          </p:cNvPr>
          <p:cNvSpPr>
            <a:spLocks noGrp="1"/>
          </p:cNvSpPr>
          <p:nvPr userDrawn="1">
            <p:ph type="pic" sz="quarter" idx="26" hasCustomPrompt="1"/>
          </p:nvPr>
        </p:nvSpPr>
        <p:spPr>
          <a:xfrm>
            <a:off x="685800" y="2611438"/>
            <a:ext cx="2416175" cy="2405062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432000" tIns="792000" anchor="t" anchorCtr="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– Dra &amp; slipp</a:t>
            </a:r>
          </a:p>
        </p:txBody>
      </p:sp>
      <p:sp>
        <p:nvSpPr>
          <p:cNvPr id="91" name="Plassholder for bilde 85">
            <a:extLst>
              <a:ext uri="{FF2B5EF4-FFF2-40B4-BE49-F238E27FC236}">
                <a16:creationId xmlns:a16="http://schemas.microsoft.com/office/drawing/2014/main" id="{DD761C2D-20A1-A64F-967A-10E6AAA69AC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439885" y="2611438"/>
            <a:ext cx="2416175" cy="2405062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432000" tIns="792000" anchor="t" anchorCtr="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– Dra &amp; slipp</a:t>
            </a:r>
          </a:p>
        </p:txBody>
      </p:sp>
      <p:sp>
        <p:nvSpPr>
          <p:cNvPr id="92" name="Plassholder for bilde 85">
            <a:extLst>
              <a:ext uri="{FF2B5EF4-FFF2-40B4-BE49-F238E27FC236}">
                <a16:creationId xmlns:a16="http://schemas.microsoft.com/office/drawing/2014/main" id="{2B98F1DA-F328-F145-8113-91CA80BD693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15742" y="2611438"/>
            <a:ext cx="2416175" cy="2405062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432000" tIns="792000" anchor="t" anchorCtr="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– Dra &amp; slipp</a:t>
            </a:r>
          </a:p>
        </p:txBody>
      </p:sp>
      <p:sp>
        <p:nvSpPr>
          <p:cNvPr id="93" name="Plassholder for bilde 85">
            <a:extLst>
              <a:ext uri="{FF2B5EF4-FFF2-40B4-BE49-F238E27FC236}">
                <a16:creationId xmlns:a16="http://schemas.microsoft.com/office/drawing/2014/main" id="{F8E65E95-1C13-FC44-8BCB-85ECA38DE0F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980713" y="2611438"/>
            <a:ext cx="2416175" cy="2405062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432000" tIns="792000" anchor="t" anchorCtr="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– Dra &amp; slipp</a:t>
            </a:r>
          </a:p>
        </p:txBody>
      </p:sp>
      <p:sp>
        <p:nvSpPr>
          <p:cNvPr id="44" name="Plassholder for tekst 9">
            <a:extLst>
              <a:ext uri="{FF2B5EF4-FFF2-40B4-BE49-F238E27FC236}">
                <a16:creationId xmlns:a16="http://schemas.microsoft.com/office/drawing/2014/main" id="{4C2EBF31-18DC-4F4E-8A78-FE35C91339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29000" y="5183187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Prosjektnavn</a:t>
            </a:r>
          </a:p>
        </p:txBody>
      </p:sp>
      <p:sp>
        <p:nvSpPr>
          <p:cNvPr id="46" name="Plassholder for tekst 9">
            <a:extLst>
              <a:ext uri="{FF2B5EF4-FFF2-40B4-BE49-F238E27FC236}">
                <a16:creationId xmlns:a16="http://schemas.microsoft.com/office/drawing/2014/main" id="{A96AD567-1975-454B-9E5B-25B83C84E78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29000" y="5477101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Forretningsområde</a:t>
            </a:r>
          </a:p>
        </p:txBody>
      </p:sp>
      <p:sp>
        <p:nvSpPr>
          <p:cNvPr id="48" name="Plassholder for tekst 9">
            <a:extLst>
              <a:ext uri="{FF2B5EF4-FFF2-40B4-BE49-F238E27FC236}">
                <a16:creationId xmlns:a16="http://schemas.microsoft.com/office/drawing/2014/main" id="{A66F8AB7-FBF6-2C4C-98E7-C009DDC2B0E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1957" y="5183187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Prosjektnavn</a:t>
            </a:r>
          </a:p>
        </p:txBody>
      </p:sp>
      <p:sp>
        <p:nvSpPr>
          <p:cNvPr id="50" name="Plassholder for tekst 9">
            <a:extLst>
              <a:ext uri="{FF2B5EF4-FFF2-40B4-BE49-F238E27FC236}">
                <a16:creationId xmlns:a16="http://schemas.microsoft.com/office/drawing/2014/main" id="{27D3493D-8DB6-FB46-9197-3C46CE0D777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1957" y="5477101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Forretningsområde</a:t>
            </a:r>
          </a:p>
        </p:txBody>
      </p:sp>
      <p:sp>
        <p:nvSpPr>
          <p:cNvPr id="52" name="Plassholder for tekst 9">
            <a:extLst>
              <a:ext uri="{FF2B5EF4-FFF2-40B4-BE49-F238E27FC236}">
                <a16:creationId xmlns:a16="http://schemas.microsoft.com/office/drawing/2014/main" id="{658FF0D1-9E7E-D644-A992-DB1A717AB23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81661" y="5183187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Prosjektnavn</a:t>
            </a:r>
          </a:p>
        </p:txBody>
      </p:sp>
      <p:sp>
        <p:nvSpPr>
          <p:cNvPr id="54" name="Plassholder for tekst 9">
            <a:extLst>
              <a:ext uri="{FF2B5EF4-FFF2-40B4-BE49-F238E27FC236}">
                <a16:creationId xmlns:a16="http://schemas.microsoft.com/office/drawing/2014/main" id="{2F157DBC-4553-3D43-A4D5-889F6B61E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981661" y="5477101"/>
            <a:ext cx="2416175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Forretningsområde</a:t>
            </a:r>
          </a:p>
        </p:txBody>
      </p:sp>
      <p:sp>
        <p:nvSpPr>
          <p:cNvPr id="42" name="Plassholder for tittel 15">
            <a:extLst>
              <a:ext uri="{FF2B5EF4-FFF2-40B4-BE49-F238E27FC236}">
                <a16:creationId xmlns:a16="http://schemas.microsoft.com/office/drawing/2014/main" id="{84721E07-A8A9-5744-B757-DE1DE5025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5252"/>
            <a:ext cx="10515600" cy="607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prosjekt</a:t>
            </a:r>
          </a:p>
        </p:txBody>
      </p:sp>
    </p:spTree>
    <p:extLst>
      <p:ext uri="{BB962C8B-B14F-4D97-AF65-F5344CB8AC3E}">
        <p14:creationId xmlns:p14="http://schemas.microsoft.com/office/powerpoint/2010/main" val="41474058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To prosjekter - mø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41" name="Rettvinklet trekant 27">
            <a:extLst>
              <a:ext uri="{FF2B5EF4-FFF2-40B4-BE49-F238E27FC236}">
                <a16:creationId xmlns:a16="http://schemas.microsoft.com/office/drawing/2014/main" id="{47757028-5BAA-8142-9119-CCD916C9638C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1684934" y="13525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gradFill>
            <a:gsLst>
              <a:gs pos="100000">
                <a:srgbClr val="FFDF00">
                  <a:lumMod val="100000"/>
                </a:srgbClr>
              </a:gs>
              <a:gs pos="33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40886B62-D356-6249-A485-9072AE22788C}"/>
              </a:ext>
            </a:extLst>
          </p:cNvPr>
          <p:cNvGrpSpPr/>
          <p:nvPr userDrawn="1"/>
        </p:nvGrpSpPr>
        <p:grpSpPr>
          <a:xfrm>
            <a:off x="3194428" y="-243840"/>
            <a:ext cx="14494203" cy="7390718"/>
            <a:chOff x="1137028" y="-243840"/>
            <a:chExt cx="14494203" cy="7390718"/>
          </a:xfrm>
        </p:grpSpPr>
        <p:cxnSp>
          <p:nvCxnSpPr>
            <p:cNvPr id="26" name="Rett linje 25">
              <a:extLst>
                <a:ext uri="{FF2B5EF4-FFF2-40B4-BE49-F238E27FC236}">
                  <a16:creationId xmlns:a16="http://schemas.microsoft.com/office/drawing/2014/main" id="{C0DE07A0-FAA4-6F42-957E-EFCA6B9383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232778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tt linje 14">
              <a:extLst>
                <a:ext uri="{FF2B5EF4-FFF2-40B4-BE49-F238E27FC236}">
                  <a16:creationId xmlns:a16="http://schemas.microsoft.com/office/drawing/2014/main" id="{7D7A2648-0EE2-324E-9FEE-06A3512581C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7493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16">
              <a:extLst>
                <a:ext uri="{FF2B5EF4-FFF2-40B4-BE49-F238E27FC236}">
                  <a16:creationId xmlns:a16="http://schemas.microsoft.com/office/drawing/2014/main" id="{A495A768-760D-1849-97AA-5F99A3657D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2573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ett linje 18">
              <a:extLst>
                <a:ext uri="{FF2B5EF4-FFF2-40B4-BE49-F238E27FC236}">
                  <a16:creationId xmlns:a16="http://schemas.microsoft.com/office/drawing/2014/main" id="{A1EE18D4-2685-C34E-90A9-386EC6A6362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76857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Rett linje 20">
              <a:extLst>
                <a:ext uri="{FF2B5EF4-FFF2-40B4-BE49-F238E27FC236}">
                  <a16:creationId xmlns:a16="http://schemas.microsoft.com/office/drawing/2014/main" id="{30D1D288-A406-2F4E-9ACF-89BBF55CEC2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2797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Rett linje 22">
              <a:extLst>
                <a:ext uri="{FF2B5EF4-FFF2-40B4-BE49-F238E27FC236}">
                  <a16:creationId xmlns:a16="http://schemas.microsoft.com/office/drawing/2014/main" id="{773FC36E-30B4-CC4F-86EE-99A09051B96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79092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Rett linje 24">
              <a:extLst>
                <a:ext uri="{FF2B5EF4-FFF2-40B4-BE49-F238E27FC236}">
                  <a16:creationId xmlns:a16="http://schemas.microsoft.com/office/drawing/2014/main" id="{42034A05-02FB-524F-A15B-73EC383E409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3020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tt linje 29">
              <a:extLst>
                <a:ext uri="{FF2B5EF4-FFF2-40B4-BE49-F238E27FC236}">
                  <a16:creationId xmlns:a16="http://schemas.microsoft.com/office/drawing/2014/main" id="{796FFC07-0EDD-F14F-89B7-BEE9A06831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82310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tt linje 33">
              <a:extLst>
                <a:ext uri="{FF2B5EF4-FFF2-40B4-BE49-F238E27FC236}">
                  <a16:creationId xmlns:a16="http://schemas.microsoft.com/office/drawing/2014/main" id="{EB0EFF6F-988A-294F-9ACE-3E5B15302B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3110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Rett linje 35">
              <a:extLst>
                <a:ext uri="{FF2B5EF4-FFF2-40B4-BE49-F238E27FC236}">
                  <a16:creationId xmlns:a16="http://schemas.microsoft.com/office/drawing/2014/main" id="{D64476B8-07E4-EA4A-B088-CE5082C005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42277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Rett linje 37">
              <a:extLst>
                <a:ext uri="{FF2B5EF4-FFF2-40B4-BE49-F238E27FC236}">
                  <a16:creationId xmlns:a16="http://schemas.microsoft.com/office/drawing/2014/main" id="{5DA4D120-5AE0-6045-975E-B0ABB09EB7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35345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Rett linje 39">
              <a:extLst>
                <a:ext uri="{FF2B5EF4-FFF2-40B4-BE49-F238E27FC236}">
                  <a16:creationId xmlns:a16="http://schemas.microsoft.com/office/drawing/2014/main" id="{7B3B032F-92F9-B943-AC65-069E00C5E29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864627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Rett linje 41">
              <a:extLst>
                <a:ext uri="{FF2B5EF4-FFF2-40B4-BE49-F238E27FC236}">
                  <a16:creationId xmlns:a16="http://schemas.microsoft.com/office/drawing/2014/main" id="{9D4935CB-5619-2740-8EC7-CF448E177ED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37580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Rett linje 42">
              <a:extLst>
                <a:ext uri="{FF2B5EF4-FFF2-40B4-BE49-F238E27FC236}">
                  <a16:creationId xmlns:a16="http://schemas.microsoft.com/office/drawing/2014/main" id="{76AED88B-563A-544D-9C17-90D143438D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37028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Rett linje 44">
              <a:extLst>
                <a:ext uri="{FF2B5EF4-FFF2-40B4-BE49-F238E27FC236}">
                  <a16:creationId xmlns:a16="http://schemas.microsoft.com/office/drawing/2014/main" id="{F676763C-FC6A-B340-8F33-1149DC3B7B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6536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Rett linje 46">
              <a:extLst>
                <a:ext uri="{FF2B5EF4-FFF2-40B4-BE49-F238E27FC236}">
                  <a16:creationId xmlns:a16="http://schemas.microsoft.com/office/drawing/2014/main" id="{082F3739-678E-4C49-BE0A-901D5CDC9E1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1616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Rett linje 48">
              <a:extLst>
                <a:ext uri="{FF2B5EF4-FFF2-40B4-BE49-F238E27FC236}">
                  <a16:creationId xmlns:a16="http://schemas.microsoft.com/office/drawing/2014/main" id="{A016389F-D6AD-0E42-96F6-486BD90B49A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67282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Rett linje 50">
              <a:extLst>
                <a:ext uri="{FF2B5EF4-FFF2-40B4-BE49-F238E27FC236}">
                  <a16:creationId xmlns:a16="http://schemas.microsoft.com/office/drawing/2014/main" id="{0C974A2F-D6E0-B847-9ED5-46D688D50D6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18399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tt linje 52">
              <a:extLst>
                <a:ext uri="{FF2B5EF4-FFF2-40B4-BE49-F238E27FC236}">
                  <a16:creationId xmlns:a16="http://schemas.microsoft.com/office/drawing/2014/main" id="{EBEB6C7F-7019-C14B-9E33-E919714BACF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695171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Rett linje 54">
              <a:extLst>
                <a:ext uri="{FF2B5EF4-FFF2-40B4-BE49-F238E27FC236}">
                  <a16:creationId xmlns:a16="http://schemas.microsoft.com/office/drawing/2014/main" id="{25A29311-D140-1743-BB1D-84A5FF6160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206346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tt linje 56">
              <a:extLst>
                <a:ext uri="{FF2B5EF4-FFF2-40B4-BE49-F238E27FC236}">
                  <a16:creationId xmlns:a16="http://schemas.microsoft.com/office/drawing/2014/main" id="{A07BD3F3-B5EF-7F40-8490-F5A08197AA3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7352" y="-243840"/>
              <a:ext cx="4255429" cy="7390718"/>
            </a:xfrm>
            <a:prstGeom prst="line">
              <a:avLst/>
            </a:prstGeom>
            <a:ln>
              <a:solidFill>
                <a:schemeClr val="accent6">
                  <a:alpha val="1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ttvinklet trekant 27">
            <a:extLst>
              <a:ext uri="{FF2B5EF4-FFF2-40B4-BE49-F238E27FC236}">
                <a16:creationId xmlns:a16="http://schemas.microsoft.com/office/drawing/2014/main" id="{4C48011A-A3C1-974B-B2C9-1193D64CF073}"/>
              </a:ext>
            </a:extLst>
          </p:cNvPr>
          <p:cNvSpPr>
            <a:spLocks noChangeAspect="1"/>
          </p:cNvSpPr>
          <p:nvPr userDrawn="1"/>
        </p:nvSpPr>
        <p:spPr>
          <a:xfrm>
            <a:off x="816780" y="15430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0" name="Rettvinklet trekant 27">
            <a:extLst>
              <a:ext uri="{FF2B5EF4-FFF2-40B4-BE49-F238E27FC236}">
                <a16:creationId xmlns:a16="http://schemas.microsoft.com/office/drawing/2014/main" id="{DA84E3C8-F2A8-104A-90E7-36D02165243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309714" y="673179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1" name="Rettvinklet trekant 27">
            <a:extLst>
              <a:ext uri="{FF2B5EF4-FFF2-40B4-BE49-F238E27FC236}">
                <a16:creationId xmlns:a16="http://schemas.microsoft.com/office/drawing/2014/main" id="{D13560E2-F6FB-BC47-A52A-233A22C0A468}"/>
              </a:ext>
            </a:extLst>
          </p:cNvPr>
          <p:cNvSpPr>
            <a:spLocks noChangeAspect="1"/>
          </p:cNvSpPr>
          <p:nvPr userDrawn="1"/>
        </p:nvSpPr>
        <p:spPr>
          <a:xfrm>
            <a:off x="5927819" y="5975350"/>
            <a:ext cx="507066" cy="869871"/>
          </a:xfrm>
          <a:custGeom>
            <a:avLst/>
            <a:gdLst>
              <a:gd name="connsiteX0" fmla="*/ 0 w 5408504"/>
              <a:gd name="connsiteY0" fmla="*/ 5408504 h 5408504"/>
              <a:gd name="connsiteX1" fmla="*/ 0 w 5408504"/>
              <a:gd name="connsiteY1" fmla="*/ 0 h 5408504"/>
              <a:gd name="connsiteX2" fmla="*/ 5408504 w 5408504"/>
              <a:gd name="connsiteY2" fmla="*/ 5408504 h 5408504"/>
              <a:gd name="connsiteX3" fmla="*/ 0 w 5408504"/>
              <a:gd name="connsiteY3" fmla="*/ 5408504 h 5408504"/>
              <a:gd name="connsiteX0" fmla="*/ 0 w 3187818"/>
              <a:gd name="connsiteY0" fmla="*/ 5408504 h 5408504"/>
              <a:gd name="connsiteX1" fmla="*/ 0 w 3187818"/>
              <a:gd name="connsiteY1" fmla="*/ 0 h 5408504"/>
              <a:gd name="connsiteX2" fmla="*/ 3187818 w 3187818"/>
              <a:gd name="connsiteY2" fmla="*/ 481 h 5408504"/>
              <a:gd name="connsiteX3" fmla="*/ 0 w 3187818"/>
              <a:gd name="connsiteY3" fmla="*/ 5408504 h 5408504"/>
              <a:gd name="connsiteX0" fmla="*/ 0 w 2927468"/>
              <a:gd name="connsiteY0" fmla="*/ 5408504 h 5408504"/>
              <a:gd name="connsiteX1" fmla="*/ 0 w 2927468"/>
              <a:gd name="connsiteY1" fmla="*/ 0 h 5408504"/>
              <a:gd name="connsiteX2" fmla="*/ 2927468 w 2927468"/>
              <a:gd name="connsiteY2" fmla="*/ 244956 h 5408504"/>
              <a:gd name="connsiteX3" fmla="*/ 0 w 2927468"/>
              <a:gd name="connsiteY3" fmla="*/ 5408504 h 5408504"/>
              <a:gd name="connsiteX0" fmla="*/ 0 w 3181468"/>
              <a:gd name="connsiteY0" fmla="*/ 5408504 h 5408504"/>
              <a:gd name="connsiteX1" fmla="*/ 0 w 3181468"/>
              <a:gd name="connsiteY1" fmla="*/ 0 h 5408504"/>
              <a:gd name="connsiteX2" fmla="*/ 3181468 w 3181468"/>
              <a:gd name="connsiteY2" fmla="*/ 481 h 5408504"/>
              <a:gd name="connsiteX3" fmla="*/ 0 w 3181468"/>
              <a:gd name="connsiteY3" fmla="*/ 5408504 h 5408504"/>
              <a:gd name="connsiteX0" fmla="*/ 0 w 1752079"/>
              <a:gd name="connsiteY0" fmla="*/ 5408504 h 5408504"/>
              <a:gd name="connsiteX1" fmla="*/ 0 w 1752079"/>
              <a:gd name="connsiteY1" fmla="*/ 0 h 5408504"/>
              <a:gd name="connsiteX2" fmla="*/ 1752079 w 1752079"/>
              <a:gd name="connsiteY2" fmla="*/ 481 h 5408504"/>
              <a:gd name="connsiteX3" fmla="*/ 0 w 1752079"/>
              <a:gd name="connsiteY3" fmla="*/ 5408504 h 5408504"/>
              <a:gd name="connsiteX0" fmla="*/ 0 w 3065571"/>
              <a:gd name="connsiteY0" fmla="*/ 5408504 h 5408504"/>
              <a:gd name="connsiteX1" fmla="*/ 0 w 3065571"/>
              <a:gd name="connsiteY1" fmla="*/ 0 h 5408504"/>
              <a:gd name="connsiteX2" fmla="*/ 3065571 w 3065571"/>
              <a:gd name="connsiteY2" fmla="*/ 481 h 5408504"/>
              <a:gd name="connsiteX3" fmla="*/ 0 w 3065571"/>
              <a:gd name="connsiteY3" fmla="*/ 5408504 h 5408504"/>
              <a:gd name="connsiteX0" fmla="*/ 0 w 3084887"/>
              <a:gd name="connsiteY0" fmla="*/ 5427339 h 5427339"/>
              <a:gd name="connsiteX1" fmla="*/ 0 w 3084887"/>
              <a:gd name="connsiteY1" fmla="*/ 18835 h 5427339"/>
              <a:gd name="connsiteX2" fmla="*/ 3084887 w 3084887"/>
              <a:gd name="connsiteY2" fmla="*/ 0 h 5427339"/>
              <a:gd name="connsiteX3" fmla="*/ 0 w 3084887"/>
              <a:gd name="connsiteY3" fmla="*/ 5427339 h 5427339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  <a:gd name="connsiteX0" fmla="*/ 19316 w 3084887"/>
              <a:gd name="connsiteY0" fmla="*/ 5292126 h 5292126"/>
              <a:gd name="connsiteX1" fmla="*/ 0 w 3084887"/>
              <a:gd name="connsiteY1" fmla="*/ 18835 h 5292126"/>
              <a:gd name="connsiteX2" fmla="*/ 3084887 w 3084887"/>
              <a:gd name="connsiteY2" fmla="*/ 0 h 5292126"/>
              <a:gd name="connsiteX3" fmla="*/ 19316 w 3084887"/>
              <a:gd name="connsiteY3" fmla="*/ 5292126 h 529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4887" h="5292126">
                <a:moveTo>
                  <a:pt x="19316" y="5292126"/>
                </a:moveTo>
                <a:cubicBezTo>
                  <a:pt x="12877" y="3534362"/>
                  <a:pt x="6439" y="1776599"/>
                  <a:pt x="0" y="18835"/>
                </a:cubicBezTo>
                <a:lnTo>
                  <a:pt x="3084887" y="0"/>
                </a:lnTo>
                <a:lnTo>
                  <a:pt x="19316" y="5292126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F0349DEA-C99B-5F42-9487-6779DD51F6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78211" y="5354211"/>
            <a:ext cx="3333662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prosjektnavn</a:t>
            </a:r>
          </a:p>
        </p:txBody>
      </p:sp>
      <p:sp>
        <p:nvSpPr>
          <p:cNvPr id="74" name="Plassholder for tekst 9">
            <a:extLst>
              <a:ext uri="{FF2B5EF4-FFF2-40B4-BE49-F238E27FC236}">
                <a16:creationId xmlns:a16="http://schemas.microsoft.com/office/drawing/2014/main" id="{B8063622-2464-2A44-867F-3A87D8391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78211" y="5648125"/>
            <a:ext cx="3333662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forretningsområde</a:t>
            </a:r>
          </a:p>
        </p:txBody>
      </p:sp>
      <p:sp>
        <p:nvSpPr>
          <p:cNvPr id="75" name="Plassholder for tekst 9">
            <a:extLst>
              <a:ext uri="{FF2B5EF4-FFF2-40B4-BE49-F238E27FC236}">
                <a16:creationId xmlns:a16="http://schemas.microsoft.com/office/drawing/2014/main" id="{4877F4EA-7ADC-814B-90BF-8FA2F4F725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582" y="5354211"/>
            <a:ext cx="3352570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prosjektnavn</a:t>
            </a:r>
          </a:p>
        </p:txBody>
      </p:sp>
      <p:sp>
        <p:nvSpPr>
          <p:cNvPr id="76" name="Plassholder for tekst 9">
            <a:extLst>
              <a:ext uri="{FF2B5EF4-FFF2-40B4-BE49-F238E27FC236}">
                <a16:creationId xmlns:a16="http://schemas.microsoft.com/office/drawing/2014/main" id="{F83EC1D2-AD29-0748-BC8B-D254A209E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5582" y="5648125"/>
            <a:ext cx="3352570" cy="263525"/>
          </a:xfrm>
        </p:spPr>
        <p:txBody>
          <a:bodyPr lIns="72000">
            <a:noAutofit/>
          </a:bodyPr>
          <a:lstStyle>
            <a:lvl1pPr marL="0" indent="0">
              <a:buFontTx/>
              <a:buNone/>
              <a:defRPr sz="1400" b="0" i="0" cap="none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 dirty="0"/>
              <a:t>Klikk for å legge til forretningsområde</a:t>
            </a:r>
          </a:p>
        </p:txBody>
      </p:sp>
      <p:sp>
        <p:nvSpPr>
          <p:cNvPr id="86" name="Plassholder for bilde 85">
            <a:extLst>
              <a:ext uri="{FF2B5EF4-FFF2-40B4-BE49-F238E27FC236}">
                <a16:creationId xmlns:a16="http://schemas.microsoft.com/office/drawing/2014/main" id="{9794216C-AFA4-384A-B77F-6D64E5D3DFE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378212" y="1869194"/>
            <a:ext cx="3333662" cy="3318329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864000" tIns="122400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  Bilde – Dra &amp; slipp</a:t>
            </a:r>
          </a:p>
        </p:txBody>
      </p:sp>
      <p:sp>
        <p:nvSpPr>
          <p:cNvPr id="46" name="Plassholder for bilde 85">
            <a:extLst>
              <a:ext uri="{FF2B5EF4-FFF2-40B4-BE49-F238E27FC236}">
                <a16:creationId xmlns:a16="http://schemas.microsoft.com/office/drawing/2014/main" id="{1A11B8E1-51F1-5041-ADD8-1EC71B9A6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03897" y="1869194"/>
            <a:ext cx="3333662" cy="3318329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864000" tIns="1224000">
            <a:normAutofit/>
          </a:bodyPr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  Bilde – Dra &amp; slipp</a:t>
            </a:r>
          </a:p>
        </p:txBody>
      </p:sp>
      <p:sp>
        <p:nvSpPr>
          <p:cNvPr id="39" name="Plassholder for tittel 15">
            <a:extLst>
              <a:ext uri="{FF2B5EF4-FFF2-40B4-BE49-F238E27FC236}">
                <a16:creationId xmlns:a16="http://schemas.microsoft.com/office/drawing/2014/main" id="{78FB159B-8D15-3C44-AC18-079961684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5252"/>
            <a:ext cx="10515600" cy="607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prosjekt</a:t>
            </a:r>
          </a:p>
        </p:txBody>
      </p:sp>
    </p:spTree>
    <p:extLst>
      <p:ext uri="{BB962C8B-B14F-4D97-AF65-F5344CB8AC3E}">
        <p14:creationId xmlns:p14="http://schemas.microsoft.com/office/powerpoint/2010/main" val="1212356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Kapittelinndeling/oppsumering - mø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FF2B5EF4-FFF2-40B4-BE49-F238E27FC236}">
                <a16:creationId xmlns:a16="http://schemas.microsoft.com/office/drawing/2014/main" id="{E9FDBA74-8CB2-5141-AC12-F5185D284325}"/>
              </a:ext>
            </a:extLst>
          </p:cNvPr>
          <p:cNvGrpSpPr/>
          <p:nvPr userDrawn="1"/>
        </p:nvGrpSpPr>
        <p:grpSpPr>
          <a:xfrm>
            <a:off x="3734395" y="-2165903"/>
            <a:ext cx="4772047" cy="7390718"/>
            <a:chOff x="3734395" y="-2165903"/>
            <a:chExt cx="4772047" cy="7390718"/>
          </a:xfrm>
        </p:grpSpPr>
        <p:grpSp>
          <p:nvGrpSpPr>
            <p:cNvPr id="7" name="Gruppe 6">
              <a:extLst>
                <a:ext uri="{FF2B5EF4-FFF2-40B4-BE49-F238E27FC236}">
                  <a16:creationId xmlns:a16="http://schemas.microsoft.com/office/drawing/2014/main" id="{39735062-8951-5B49-85C6-5BE4806E0026}"/>
                </a:ext>
              </a:extLst>
            </p:cNvPr>
            <p:cNvGrpSpPr/>
            <p:nvPr userDrawn="1"/>
          </p:nvGrpSpPr>
          <p:grpSpPr>
            <a:xfrm>
              <a:off x="3734395" y="-2165903"/>
              <a:ext cx="4772047" cy="7390718"/>
              <a:chOff x="3194428" y="-243840"/>
              <a:chExt cx="4772047" cy="7390718"/>
            </a:xfrm>
          </p:grpSpPr>
          <p:cxnSp>
            <p:nvCxnSpPr>
              <p:cNvPr id="43" name="Rett linje 42">
                <a:extLst>
                  <a:ext uri="{FF2B5EF4-FFF2-40B4-BE49-F238E27FC236}">
                    <a16:creationId xmlns:a16="http://schemas.microsoft.com/office/drawing/2014/main" id="{76AED88B-563A-544D-9C17-90D143438D0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3194428" y="-243840"/>
                <a:ext cx="4255429" cy="7390718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Rett linje 44">
                <a:extLst>
                  <a:ext uri="{FF2B5EF4-FFF2-40B4-BE49-F238E27FC236}">
                    <a16:creationId xmlns:a16="http://schemas.microsoft.com/office/drawing/2014/main" id="{F676763C-FC6A-B340-8F33-1149DC3B7B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3711046" y="-243840"/>
                <a:ext cx="4255429" cy="7390718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ttvinklet trekant 27">
              <a:extLst>
                <a:ext uri="{FF2B5EF4-FFF2-40B4-BE49-F238E27FC236}">
                  <a16:creationId xmlns:a16="http://schemas.microsoft.com/office/drawing/2014/main" id="{D6E0EF47-ED01-EB40-8F87-035BB15842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728269" y="0"/>
              <a:ext cx="507066" cy="869871"/>
            </a:xfrm>
            <a:custGeom>
              <a:avLst/>
              <a:gdLst>
                <a:gd name="connsiteX0" fmla="*/ 0 w 5408504"/>
                <a:gd name="connsiteY0" fmla="*/ 5408504 h 5408504"/>
                <a:gd name="connsiteX1" fmla="*/ 0 w 5408504"/>
                <a:gd name="connsiteY1" fmla="*/ 0 h 5408504"/>
                <a:gd name="connsiteX2" fmla="*/ 5408504 w 5408504"/>
                <a:gd name="connsiteY2" fmla="*/ 5408504 h 5408504"/>
                <a:gd name="connsiteX3" fmla="*/ 0 w 5408504"/>
                <a:gd name="connsiteY3" fmla="*/ 5408504 h 5408504"/>
                <a:gd name="connsiteX0" fmla="*/ 0 w 3187818"/>
                <a:gd name="connsiteY0" fmla="*/ 5408504 h 5408504"/>
                <a:gd name="connsiteX1" fmla="*/ 0 w 3187818"/>
                <a:gd name="connsiteY1" fmla="*/ 0 h 5408504"/>
                <a:gd name="connsiteX2" fmla="*/ 3187818 w 3187818"/>
                <a:gd name="connsiteY2" fmla="*/ 481 h 5408504"/>
                <a:gd name="connsiteX3" fmla="*/ 0 w 3187818"/>
                <a:gd name="connsiteY3" fmla="*/ 5408504 h 5408504"/>
                <a:gd name="connsiteX0" fmla="*/ 0 w 2927468"/>
                <a:gd name="connsiteY0" fmla="*/ 5408504 h 5408504"/>
                <a:gd name="connsiteX1" fmla="*/ 0 w 2927468"/>
                <a:gd name="connsiteY1" fmla="*/ 0 h 5408504"/>
                <a:gd name="connsiteX2" fmla="*/ 2927468 w 2927468"/>
                <a:gd name="connsiteY2" fmla="*/ 244956 h 5408504"/>
                <a:gd name="connsiteX3" fmla="*/ 0 w 2927468"/>
                <a:gd name="connsiteY3" fmla="*/ 5408504 h 5408504"/>
                <a:gd name="connsiteX0" fmla="*/ 0 w 3181468"/>
                <a:gd name="connsiteY0" fmla="*/ 5408504 h 5408504"/>
                <a:gd name="connsiteX1" fmla="*/ 0 w 3181468"/>
                <a:gd name="connsiteY1" fmla="*/ 0 h 5408504"/>
                <a:gd name="connsiteX2" fmla="*/ 3181468 w 3181468"/>
                <a:gd name="connsiteY2" fmla="*/ 481 h 5408504"/>
                <a:gd name="connsiteX3" fmla="*/ 0 w 3181468"/>
                <a:gd name="connsiteY3" fmla="*/ 5408504 h 5408504"/>
                <a:gd name="connsiteX0" fmla="*/ 0 w 1752079"/>
                <a:gd name="connsiteY0" fmla="*/ 5408504 h 5408504"/>
                <a:gd name="connsiteX1" fmla="*/ 0 w 1752079"/>
                <a:gd name="connsiteY1" fmla="*/ 0 h 5408504"/>
                <a:gd name="connsiteX2" fmla="*/ 1752079 w 1752079"/>
                <a:gd name="connsiteY2" fmla="*/ 481 h 5408504"/>
                <a:gd name="connsiteX3" fmla="*/ 0 w 1752079"/>
                <a:gd name="connsiteY3" fmla="*/ 5408504 h 5408504"/>
                <a:gd name="connsiteX0" fmla="*/ 0 w 3065571"/>
                <a:gd name="connsiteY0" fmla="*/ 5408504 h 5408504"/>
                <a:gd name="connsiteX1" fmla="*/ 0 w 3065571"/>
                <a:gd name="connsiteY1" fmla="*/ 0 h 5408504"/>
                <a:gd name="connsiteX2" fmla="*/ 3065571 w 3065571"/>
                <a:gd name="connsiteY2" fmla="*/ 481 h 5408504"/>
                <a:gd name="connsiteX3" fmla="*/ 0 w 3065571"/>
                <a:gd name="connsiteY3" fmla="*/ 5408504 h 5408504"/>
                <a:gd name="connsiteX0" fmla="*/ 0 w 3084887"/>
                <a:gd name="connsiteY0" fmla="*/ 5427339 h 5427339"/>
                <a:gd name="connsiteX1" fmla="*/ 0 w 3084887"/>
                <a:gd name="connsiteY1" fmla="*/ 18835 h 5427339"/>
                <a:gd name="connsiteX2" fmla="*/ 3084887 w 3084887"/>
                <a:gd name="connsiteY2" fmla="*/ 0 h 5427339"/>
                <a:gd name="connsiteX3" fmla="*/ 0 w 3084887"/>
                <a:gd name="connsiteY3" fmla="*/ 5427339 h 5427339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4887" h="5292126">
                  <a:moveTo>
                    <a:pt x="19316" y="5292126"/>
                  </a:moveTo>
                  <a:cubicBezTo>
                    <a:pt x="12877" y="3534362"/>
                    <a:pt x="6439" y="1776599"/>
                    <a:pt x="0" y="18835"/>
                  </a:cubicBezTo>
                  <a:lnTo>
                    <a:pt x="3084887" y="0"/>
                  </a:lnTo>
                  <a:lnTo>
                    <a:pt x="19316" y="5292126"/>
                  </a:lnTo>
                  <a:close/>
                </a:path>
              </a:pathLst>
            </a:custGeom>
            <a:gradFill>
              <a:gsLst>
                <a:gs pos="100000">
                  <a:srgbClr val="FFDF00">
                    <a:lumMod val="100000"/>
                  </a:srgbClr>
                </a:gs>
                <a:gs pos="3300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54" name="Rettvinklet trekant 27">
              <a:extLst>
                <a:ext uri="{FF2B5EF4-FFF2-40B4-BE49-F238E27FC236}">
                  <a16:creationId xmlns:a16="http://schemas.microsoft.com/office/drawing/2014/main" id="{78866FD7-DA6B-C94C-88B6-9BD73055268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218598" y="1774355"/>
              <a:ext cx="507066" cy="876221"/>
            </a:xfrm>
            <a:custGeom>
              <a:avLst/>
              <a:gdLst>
                <a:gd name="connsiteX0" fmla="*/ 0 w 5408504"/>
                <a:gd name="connsiteY0" fmla="*/ 5408504 h 5408504"/>
                <a:gd name="connsiteX1" fmla="*/ 0 w 5408504"/>
                <a:gd name="connsiteY1" fmla="*/ 0 h 5408504"/>
                <a:gd name="connsiteX2" fmla="*/ 5408504 w 5408504"/>
                <a:gd name="connsiteY2" fmla="*/ 5408504 h 5408504"/>
                <a:gd name="connsiteX3" fmla="*/ 0 w 5408504"/>
                <a:gd name="connsiteY3" fmla="*/ 5408504 h 5408504"/>
                <a:gd name="connsiteX0" fmla="*/ 0 w 3187818"/>
                <a:gd name="connsiteY0" fmla="*/ 5408504 h 5408504"/>
                <a:gd name="connsiteX1" fmla="*/ 0 w 3187818"/>
                <a:gd name="connsiteY1" fmla="*/ 0 h 5408504"/>
                <a:gd name="connsiteX2" fmla="*/ 3187818 w 3187818"/>
                <a:gd name="connsiteY2" fmla="*/ 481 h 5408504"/>
                <a:gd name="connsiteX3" fmla="*/ 0 w 3187818"/>
                <a:gd name="connsiteY3" fmla="*/ 5408504 h 5408504"/>
                <a:gd name="connsiteX0" fmla="*/ 0 w 2927468"/>
                <a:gd name="connsiteY0" fmla="*/ 5408504 h 5408504"/>
                <a:gd name="connsiteX1" fmla="*/ 0 w 2927468"/>
                <a:gd name="connsiteY1" fmla="*/ 0 h 5408504"/>
                <a:gd name="connsiteX2" fmla="*/ 2927468 w 2927468"/>
                <a:gd name="connsiteY2" fmla="*/ 244956 h 5408504"/>
                <a:gd name="connsiteX3" fmla="*/ 0 w 2927468"/>
                <a:gd name="connsiteY3" fmla="*/ 5408504 h 5408504"/>
                <a:gd name="connsiteX0" fmla="*/ 0 w 3181468"/>
                <a:gd name="connsiteY0" fmla="*/ 5408504 h 5408504"/>
                <a:gd name="connsiteX1" fmla="*/ 0 w 3181468"/>
                <a:gd name="connsiteY1" fmla="*/ 0 h 5408504"/>
                <a:gd name="connsiteX2" fmla="*/ 3181468 w 3181468"/>
                <a:gd name="connsiteY2" fmla="*/ 481 h 5408504"/>
                <a:gd name="connsiteX3" fmla="*/ 0 w 3181468"/>
                <a:gd name="connsiteY3" fmla="*/ 5408504 h 5408504"/>
                <a:gd name="connsiteX0" fmla="*/ 0 w 1752079"/>
                <a:gd name="connsiteY0" fmla="*/ 5408504 h 5408504"/>
                <a:gd name="connsiteX1" fmla="*/ 0 w 1752079"/>
                <a:gd name="connsiteY1" fmla="*/ 0 h 5408504"/>
                <a:gd name="connsiteX2" fmla="*/ 1752079 w 1752079"/>
                <a:gd name="connsiteY2" fmla="*/ 481 h 5408504"/>
                <a:gd name="connsiteX3" fmla="*/ 0 w 1752079"/>
                <a:gd name="connsiteY3" fmla="*/ 5408504 h 5408504"/>
                <a:gd name="connsiteX0" fmla="*/ 0 w 3065571"/>
                <a:gd name="connsiteY0" fmla="*/ 5408504 h 5408504"/>
                <a:gd name="connsiteX1" fmla="*/ 0 w 3065571"/>
                <a:gd name="connsiteY1" fmla="*/ 0 h 5408504"/>
                <a:gd name="connsiteX2" fmla="*/ 3065571 w 3065571"/>
                <a:gd name="connsiteY2" fmla="*/ 481 h 5408504"/>
                <a:gd name="connsiteX3" fmla="*/ 0 w 3065571"/>
                <a:gd name="connsiteY3" fmla="*/ 5408504 h 5408504"/>
                <a:gd name="connsiteX0" fmla="*/ 0 w 3084887"/>
                <a:gd name="connsiteY0" fmla="*/ 5427339 h 5427339"/>
                <a:gd name="connsiteX1" fmla="*/ 0 w 3084887"/>
                <a:gd name="connsiteY1" fmla="*/ 18835 h 5427339"/>
                <a:gd name="connsiteX2" fmla="*/ 3084887 w 3084887"/>
                <a:gd name="connsiteY2" fmla="*/ 0 h 5427339"/>
                <a:gd name="connsiteX3" fmla="*/ 0 w 3084887"/>
                <a:gd name="connsiteY3" fmla="*/ 5427339 h 5427339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  <a:gd name="connsiteX0" fmla="*/ 19316 w 3084887"/>
                <a:gd name="connsiteY0" fmla="*/ 5330758 h 5330758"/>
                <a:gd name="connsiteX1" fmla="*/ 0 w 3084887"/>
                <a:gd name="connsiteY1" fmla="*/ 18835 h 5330758"/>
                <a:gd name="connsiteX2" fmla="*/ 3084887 w 3084887"/>
                <a:gd name="connsiteY2" fmla="*/ 0 h 5330758"/>
                <a:gd name="connsiteX3" fmla="*/ 19316 w 3084887"/>
                <a:gd name="connsiteY3" fmla="*/ 5330758 h 5330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4887" h="5330758">
                  <a:moveTo>
                    <a:pt x="19316" y="5330758"/>
                  </a:moveTo>
                  <a:cubicBezTo>
                    <a:pt x="12877" y="3572994"/>
                    <a:pt x="6439" y="1776599"/>
                    <a:pt x="0" y="18835"/>
                  </a:cubicBezTo>
                  <a:lnTo>
                    <a:pt x="3084887" y="0"/>
                  </a:lnTo>
                  <a:lnTo>
                    <a:pt x="19316" y="5330758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56" name="Rettvinklet trekant 27">
              <a:extLst>
                <a:ext uri="{FF2B5EF4-FFF2-40B4-BE49-F238E27FC236}">
                  <a16:creationId xmlns:a16="http://schemas.microsoft.com/office/drawing/2014/main" id="{171CDC92-4617-7345-AC97-F69940F66952}"/>
                </a:ext>
              </a:extLst>
            </p:cNvPr>
            <p:cNvSpPr>
              <a:spLocks noChangeAspect="1"/>
            </p:cNvSpPr>
            <p:nvPr userDrawn="1"/>
          </p:nvSpPr>
          <p:spPr>
            <a:xfrm rot="10800000">
              <a:off x="5725277" y="906791"/>
              <a:ext cx="507066" cy="869871"/>
            </a:xfrm>
            <a:custGeom>
              <a:avLst/>
              <a:gdLst>
                <a:gd name="connsiteX0" fmla="*/ 0 w 5408504"/>
                <a:gd name="connsiteY0" fmla="*/ 5408504 h 5408504"/>
                <a:gd name="connsiteX1" fmla="*/ 0 w 5408504"/>
                <a:gd name="connsiteY1" fmla="*/ 0 h 5408504"/>
                <a:gd name="connsiteX2" fmla="*/ 5408504 w 5408504"/>
                <a:gd name="connsiteY2" fmla="*/ 5408504 h 5408504"/>
                <a:gd name="connsiteX3" fmla="*/ 0 w 5408504"/>
                <a:gd name="connsiteY3" fmla="*/ 5408504 h 5408504"/>
                <a:gd name="connsiteX0" fmla="*/ 0 w 3187818"/>
                <a:gd name="connsiteY0" fmla="*/ 5408504 h 5408504"/>
                <a:gd name="connsiteX1" fmla="*/ 0 w 3187818"/>
                <a:gd name="connsiteY1" fmla="*/ 0 h 5408504"/>
                <a:gd name="connsiteX2" fmla="*/ 3187818 w 3187818"/>
                <a:gd name="connsiteY2" fmla="*/ 481 h 5408504"/>
                <a:gd name="connsiteX3" fmla="*/ 0 w 3187818"/>
                <a:gd name="connsiteY3" fmla="*/ 5408504 h 5408504"/>
                <a:gd name="connsiteX0" fmla="*/ 0 w 2927468"/>
                <a:gd name="connsiteY0" fmla="*/ 5408504 h 5408504"/>
                <a:gd name="connsiteX1" fmla="*/ 0 w 2927468"/>
                <a:gd name="connsiteY1" fmla="*/ 0 h 5408504"/>
                <a:gd name="connsiteX2" fmla="*/ 2927468 w 2927468"/>
                <a:gd name="connsiteY2" fmla="*/ 244956 h 5408504"/>
                <a:gd name="connsiteX3" fmla="*/ 0 w 2927468"/>
                <a:gd name="connsiteY3" fmla="*/ 5408504 h 5408504"/>
                <a:gd name="connsiteX0" fmla="*/ 0 w 3181468"/>
                <a:gd name="connsiteY0" fmla="*/ 5408504 h 5408504"/>
                <a:gd name="connsiteX1" fmla="*/ 0 w 3181468"/>
                <a:gd name="connsiteY1" fmla="*/ 0 h 5408504"/>
                <a:gd name="connsiteX2" fmla="*/ 3181468 w 3181468"/>
                <a:gd name="connsiteY2" fmla="*/ 481 h 5408504"/>
                <a:gd name="connsiteX3" fmla="*/ 0 w 3181468"/>
                <a:gd name="connsiteY3" fmla="*/ 5408504 h 5408504"/>
                <a:gd name="connsiteX0" fmla="*/ 0 w 1752079"/>
                <a:gd name="connsiteY0" fmla="*/ 5408504 h 5408504"/>
                <a:gd name="connsiteX1" fmla="*/ 0 w 1752079"/>
                <a:gd name="connsiteY1" fmla="*/ 0 h 5408504"/>
                <a:gd name="connsiteX2" fmla="*/ 1752079 w 1752079"/>
                <a:gd name="connsiteY2" fmla="*/ 481 h 5408504"/>
                <a:gd name="connsiteX3" fmla="*/ 0 w 1752079"/>
                <a:gd name="connsiteY3" fmla="*/ 5408504 h 5408504"/>
                <a:gd name="connsiteX0" fmla="*/ 0 w 3065571"/>
                <a:gd name="connsiteY0" fmla="*/ 5408504 h 5408504"/>
                <a:gd name="connsiteX1" fmla="*/ 0 w 3065571"/>
                <a:gd name="connsiteY1" fmla="*/ 0 h 5408504"/>
                <a:gd name="connsiteX2" fmla="*/ 3065571 w 3065571"/>
                <a:gd name="connsiteY2" fmla="*/ 481 h 5408504"/>
                <a:gd name="connsiteX3" fmla="*/ 0 w 3065571"/>
                <a:gd name="connsiteY3" fmla="*/ 5408504 h 5408504"/>
                <a:gd name="connsiteX0" fmla="*/ 0 w 3084887"/>
                <a:gd name="connsiteY0" fmla="*/ 5427339 h 5427339"/>
                <a:gd name="connsiteX1" fmla="*/ 0 w 3084887"/>
                <a:gd name="connsiteY1" fmla="*/ 18835 h 5427339"/>
                <a:gd name="connsiteX2" fmla="*/ 3084887 w 3084887"/>
                <a:gd name="connsiteY2" fmla="*/ 0 h 5427339"/>
                <a:gd name="connsiteX3" fmla="*/ 0 w 3084887"/>
                <a:gd name="connsiteY3" fmla="*/ 5427339 h 5427339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  <a:gd name="connsiteX0" fmla="*/ 19316 w 3084887"/>
                <a:gd name="connsiteY0" fmla="*/ 5292126 h 5292126"/>
                <a:gd name="connsiteX1" fmla="*/ 0 w 3084887"/>
                <a:gd name="connsiteY1" fmla="*/ 18835 h 5292126"/>
                <a:gd name="connsiteX2" fmla="*/ 3084887 w 3084887"/>
                <a:gd name="connsiteY2" fmla="*/ 0 h 5292126"/>
                <a:gd name="connsiteX3" fmla="*/ 19316 w 3084887"/>
                <a:gd name="connsiteY3" fmla="*/ 5292126 h 5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4887" h="5292126">
                  <a:moveTo>
                    <a:pt x="19316" y="5292126"/>
                  </a:moveTo>
                  <a:cubicBezTo>
                    <a:pt x="12877" y="3534362"/>
                    <a:pt x="6439" y="1776599"/>
                    <a:pt x="0" y="18835"/>
                  </a:cubicBezTo>
                  <a:lnTo>
                    <a:pt x="3084887" y="0"/>
                  </a:lnTo>
                  <a:lnTo>
                    <a:pt x="19316" y="5292126"/>
                  </a:lnTo>
                  <a:close/>
                </a:path>
              </a:pathLst>
            </a:custGeom>
            <a:solidFill>
              <a:schemeClr val="bg2">
                <a:alpha val="7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</p:grpSp>
      <p:sp>
        <p:nvSpPr>
          <p:cNvPr id="86" name="Plassholder for bilde 85">
            <a:extLst>
              <a:ext uri="{FF2B5EF4-FFF2-40B4-BE49-F238E27FC236}">
                <a16:creationId xmlns:a16="http://schemas.microsoft.com/office/drawing/2014/main" id="{9794216C-AFA4-384A-B77F-6D64E5D3DFEA}"/>
              </a:ext>
            </a:extLst>
          </p:cNvPr>
          <p:cNvSpPr>
            <a:spLocks noGrp="1"/>
          </p:cNvSpPr>
          <p:nvPr userDrawn="1">
            <p:ph type="pic" sz="quarter" idx="26" hasCustomPrompt="1"/>
          </p:nvPr>
        </p:nvSpPr>
        <p:spPr>
          <a:xfrm>
            <a:off x="4441" y="0"/>
            <a:ext cx="5218666" cy="6837810"/>
          </a:xfrm>
          <a:pattFill prst="pct25">
            <a:fgClr>
              <a:schemeClr val="accent6"/>
            </a:fgClr>
            <a:bgClr>
              <a:schemeClr val="bg1"/>
            </a:bgClr>
          </a:pattFill>
        </p:spPr>
        <p:txBody>
          <a:bodyPr lIns="1188000" tIns="2628000">
            <a:normAutofit/>
          </a:bodyPr>
          <a:lstStyle>
            <a:lvl1pPr marL="0" indent="452438">
              <a:buFontTx/>
              <a:buNone/>
              <a:tabLst/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nb-NO" dirty="0"/>
              <a:t>Bilde – Dra &amp; slipp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C0F229A-6F14-7041-9FB6-FEB8F8760D00}"/>
              </a:ext>
            </a:extLst>
          </p:cNvPr>
          <p:cNvSpPr>
            <a:spLocks noGrp="1"/>
          </p:cNvSpPr>
          <p:nvPr userDrawn="1"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4B09ECD-82CF-3142-A0A5-477494D3109F}"/>
              </a:ext>
            </a:extLst>
          </p:cNvPr>
          <p:cNvSpPr>
            <a:spLocks noGrp="1"/>
          </p:cNvSpPr>
          <p:nvPr userDrawn="1"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Multiconsult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A37D6FD-DF0A-814C-87DB-93C03A176DA7}"/>
              </a:ext>
            </a:extLst>
          </p:cNvPr>
          <p:cNvSpPr>
            <a:spLocks noGrp="1"/>
          </p:cNvSpPr>
          <p:nvPr userDrawn="1"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58" name="Tittel 15">
            <a:extLst>
              <a:ext uri="{FF2B5EF4-FFF2-40B4-BE49-F238E27FC236}">
                <a16:creationId xmlns:a16="http://schemas.microsoft.com/office/drawing/2014/main" id="{B926E7D3-6C62-264C-9AD5-D04231D8B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6338" y="1524966"/>
            <a:ext cx="5063053" cy="1243635"/>
          </a:xfrm>
        </p:spPr>
        <p:txBody>
          <a:bodyPr lIns="90000" anchor="b" anchorCtr="0"/>
          <a:lstStyle>
            <a:lvl1pPr>
              <a:defRPr>
                <a:latin typeface="+mj-lt"/>
              </a:defRPr>
            </a:lvl1pPr>
          </a:lstStyle>
          <a:p>
            <a:r>
              <a:rPr lang="nb-NO" dirty="0"/>
              <a:t>Klikk for å legge til tittel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67E7368D-1C2D-5A4E-A788-C28845A349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65888" y="2901950"/>
            <a:ext cx="5063053" cy="3062288"/>
          </a:xfrm>
        </p:spPr>
        <p:txBody>
          <a:bodyPr lIns="0"/>
          <a:lstStyle>
            <a:lvl1pPr>
              <a:defRPr/>
            </a:lvl1pPr>
          </a:lstStyle>
          <a:p>
            <a:pPr lvl="0"/>
            <a:r>
              <a:rPr lang="nb-NO" dirty="0"/>
              <a:t>Klikk for å legge til brødtekst</a:t>
            </a:r>
          </a:p>
        </p:txBody>
      </p:sp>
    </p:spTree>
    <p:extLst>
      <p:ext uri="{BB962C8B-B14F-4D97-AF65-F5344CB8AC3E}">
        <p14:creationId xmlns:p14="http://schemas.microsoft.com/office/powerpoint/2010/main" val="2512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24.xml"/><Relationship Id="rId9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216B72-CC61-4990-AAD4-C54C67DBCF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779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53" imgH="353" progId="TCLayout.ActiveDocument.1">
                  <p:embed/>
                </p:oleObj>
              </mc:Choice>
              <mc:Fallback>
                <p:oleObj name="think-cell Slide" r:id="rId13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C216B72-CC61-4990-AAD4-C54C67DBCF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lassholder for lysbildenummer 12">
            <a:extLst>
              <a:ext uri="{FF2B5EF4-FFF2-40B4-BE49-F238E27FC236}">
                <a16:creationId xmlns:a16="http://schemas.microsoft.com/office/drawing/2014/main" id="{F3EDC97B-D906-904D-91ED-A00196DD7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Plassholder for dato 14">
            <a:extLst>
              <a:ext uri="{FF2B5EF4-FFF2-40B4-BE49-F238E27FC236}">
                <a16:creationId xmlns:a16="http://schemas.microsoft.com/office/drawing/2014/main" id="{C7F2429B-186D-814C-A593-2F16B2404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8" name="Plassholder for tittel 7">
            <a:extLst>
              <a:ext uri="{FF2B5EF4-FFF2-40B4-BE49-F238E27FC236}">
                <a16:creationId xmlns:a16="http://schemas.microsoft.com/office/drawing/2014/main" id="{1748E5CC-B5DB-5E4B-9604-FE6994D6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07633AC4-E60E-D145-B2A0-8610CBE3E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19" name="Plassholder for tekst 18">
            <a:extLst>
              <a:ext uri="{FF2B5EF4-FFF2-40B4-BE49-F238E27FC236}">
                <a16:creationId xmlns:a16="http://schemas.microsoft.com/office/drawing/2014/main" id="{11305605-ADBA-9D42-8A4C-06F0B69C9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23890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6" r:id="rId2"/>
    <p:sldLayoutId id="2147483661" r:id="rId3"/>
    <p:sldLayoutId id="2147483652" r:id="rId4"/>
    <p:sldLayoutId id="2147483674" r:id="rId5"/>
    <p:sldLayoutId id="2147483677" r:id="rId6"/>
    <p:sldLayoutId id="2147483678" r:id="rId7"/>
    <p:sldLayoutId id="2147483679" r:id="rId8"/>
    <p:sldLayoutId id="2147483680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tabLst/>
        <a:defRPr sz="2400" b="0" i="0" kern="1200">
          <a:solidFill>
            <a:schemeClr val="accent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434214F-2213-4B84-B068-9626029630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307416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53" imgH="353" progId="TCLayout.ActiveDocument.1">
                  <p:embed/>
                </p:oleObj>
              </mc:Choice>
              <mc:Fallback>
                <p:oleObj name="think-cell Slide" r:id="rId13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434214F-2213-4B84-B068-962602963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lassholder for lysbildenummer 12">
            <a:extLst>
              <a:ext uri="{FF2B5EF4-FFF2-40B4-BE49-F238E27FC236}">
                <a16:creationId xmlns:a16="http://schemas.microsoft.com/office/drawing/2014/main" id="{F3EDC97B-D906-904D-91ED-A00196DD7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5" name="Plassholder for dato 14">
            <a:extLst>
              <a:ext uri="{FF2B5EF4-FFF2-40B4-BE49-F238E27FC236}">
                <a16:creationId xmlns:a16="http://schemas.microsoft.com/office/drawing/2014/main" id="{C7F2429B-186D-814C-A593-2F16B2404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8" name="Plassholder for tittel 7">
            <a:extLst>
              <a:ext uri="{FF2B5EF4-FFF2-40B4-BE49-F238E27FC236}">
                <a16:creationId xmlns:a16="http://schemas.microsoft.com/office/drawing/2014/main" id="{1748E5CC-B5DB-5E4B-9604-FE6994D6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07633AC4-E60E-D145-B2A0-8610CBE3E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19" name="Plassholder for tekst 18">
            <a:extLst>
              <a:ext uri="{FF2B5EF4-FFF2-40B4-BE49-F238E27FC236}">
                <a16:creationId xmlns:a16="http://schemas.microsoft.com/office/drawing/2014/main" id="{11305605-ADBA-9D42-8A4C-06F0B69C9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05552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tabLst/>
        <a:defRPr sz="2400" b="0" i="0" kern="1200">
          <a:solidFill>
            <a:schemeClr val="accent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BED224C-13E8-4DDB-9E1D-C7DD60CE7A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539260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BED224C-13E8-4DDB-9E1D-C7DD60CE7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8896B912-94F7-2F43-8467-83F69953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7512"/>
            <a:ext cx="10515600" cy="456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13" name="Plassholder for lysbildenummer 12">
            <a:extLst>
              <a:ext uri="{FF2B5EF4-FFF2-40B4-BE49-F238E27FC236}">
                <a16:creationId xmlns:a16="http://schemas.microsoft.com/office/drawing/2014/main" id="{F3EDC97B-D906-904D-91ED-A00196DD7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DD1003B-289A-594B-BE3C-BAD8A86B5A48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7759AD10-96D6-0048-B9DC-F0F511A83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nb-NO" dirty="0"/>
              <a:t>Multiconsult</a:t>
            </a:r>
          </a:p>
        </p:txBody>
      </p:sp>
      <p:sp>
        <p:nvSpPr>
          <p:cNvPr id="15" name="Plassholder for dato 14">
            <a:extLst>
              <a:ext uri="{FF2B5EF4-FFF2-40B4-BE49-F238E27FC236}">
                <a16:creationId xmlns:a16="http://schemas.microsoft.com/office/drawing/2014/main" id="{C7F2429B-186D-814C-A593-2F16B2404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D1E4789-263B-8442-876C-A4909C10904E}" type="datetimeFigureOut">
              <a:rPr lang="nb-NO" smtClean="0"/>
              <a:pPr/>
              <a:t>14.02.2024</a:t>
            </a:fld>
            <a:endParaRPr lang="nb-NO" dirty="0"/>
          </a:p>
        </p:txBody>
      </p:sp>
      <p:sp>
        <p:nvSpPr>
          <p:cNvPr id="16" name="Plassholder for tittel 15">
            <a:extLst>
              <a:ext uri="{FF2B5EF4-FFF2-40B4-BE49-F238E27FC236}">
                <a16:creationId xmlns:a16="http://schemas.microsoft.com/office/drawing/2014/main" id="{A03A3FE9-C2B4-D04E-9498-BB48D70C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5252"/>
            <a:ext cx="10515600" cy="607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47257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1" r:id="rId3"/>
    <p:sldLayoutId id="2147483683" r:id="rId4"/>
    <p:sldLayoutId id="2147483684" r:id="rId5"/>
    <p:sldLayoutId id="214748368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none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 baseline="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digitaltmuseum.no/things/011012617714/BAR/A-20027%2FUa%2F0011%2F136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34FD-3C6D-DFBA-7356-0C6C7634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Norwegian development of high head Francis turbines - a brief historic review and some open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F89B5-9E78-27FB-A0CD-F481AAD7B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noProof="0" dirty="0"/>
              <a:t>Bjarne Børresen, PhD</a:t>
            </a:r>
          </a:p>
          <a:p>
            <a:pPr marL="0" indent="0">
              <a:buNone/>
            </a:pPr>
            <a:r>
              <a:rPr lang="en-GB" i="1" noProof="0" dirty="0"/>
              <a:t>Senior Hydro Turbine Engineer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12A20-1F0B-4607-CE3B-774EF432534B}"/>
              </a:ext>
            </a:extLst>
          </p:cNvPr>
          <p:cNvSpPr/>
          <p:nvPr/>
        </p:nvSpPr>
        <p:spPr>
          <a:xfrm>
            <a:off x="6822831" y="4802515"/>
            <a:ext cx="5120640" cy="184867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E7EC8B-7DDB-3AD4-CC64-FBB16C1702FE}"/>
              </a:ext>
            </a:extLst>
          </p:cNvPr>
          <p:cNvGrpSpPr/>
          <p:nvPr/>
        </p:nvGrpSpPr>
        <p:grpSpPr>
          <a:xfrm>
            <a:off x="7110309" y="5088664"/>
            <a:ext cx="3960965" cy="1361373"/>
            <a:chOff x="-1020097" y="577058"/>
            <a:chExt cx="1689636" cy="563212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948864CA-840C-76FD-1140-B58E3E9B6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20097" y="577058"/>
              <a:ext cx="1689636" cy="563212"/>
            </a:xfrm>
            <a:prstGeom prst="rect">
              <a:avLst/>
            </a:prstGeom>
          </p:spPr>
        </p:pic>
        <p:pic>
          <p:nvPicPr>
            <p:cNvPr id="6" name="Picture 5" descr="Text&#10;&#10;Description automatically generated">
              <a:extLst>
                <a:ext uri="{FF2B5EF4-FFF2-40B4-BE49-F238E27FC236}">
                  <a16:creationId xmlns:a16="http://schemas.microsoft.com/office/drawing/2014/main" id="{A3AF3673-1F08-7DFA-4AC1-84C5B3148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20097" y="577058"/>
              <a:ext cx="1689636" cy="563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399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8605-8D8C-14F3-C8C4-3DEE7CA8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44A8-0CF5-74F1-13E8-7293F762CE5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nb-NO" dirty="0"/>
              <a:t> The «Norwegian </a:t>
            </a:r>
            <a:r>
              <a:rPr lang="nb-NO" dirty="0" err="1"/>
              <a:t>tradition</a:t>
            </a:r>
            <a:r>
              <a:rPr lang="nb-NO" dirty="0"/>
              <a:t>»</a:t>
            </a:r>
          </a:p>
          <a:p>
            <a:r>
              <a:rPr lang="nb-NO" dirty="0"/>
              <a:t>Open questions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3A8CD82-58E7-7BE0-01A5-EF37062CA9A2}"/>
              </a:ext>
            </a:extLst>
          </p:cNvPr>
          <p:cNvPicPr>
            <a:picLocks noGrp="1" noChangeAspect="1" noChangeArrowheads="1"/>
          </p:cNvPicPr>
          <p:nvPr>
            <p:ph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14654" y="1728788"/>
            <a:ext cx="6187786" cy="411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5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ECC6-59C9-2817-4F3A-4FD5EF1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A small detour</a:t>
            </a:r>
          </a:p>
        </p:txBody>
      </p:sp>
      <p:pic>
        <p:nvPicPr>
          <p:cNvPr id="6" name="Content Placeholder 5" descr="A picture containing outdoor, tree, white, old&#10;&#10;Description automatically generated">
            <a:extLst>
              <a:ext uri="{FF2B5EF4-FFF2-40B4-BE49-F238E27FC236}">
                <a16:creationId xmlns:a16="http://schemas.microsoft.com/office/drawing/2014/main" id="{9B7FE0D3-AA4E-BC27-9EF4-2889AD0167F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824947" y="1818196"/>
            <a:ext cx="6095882" cy="408424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B0191-B0C1-00B6-92A3-D7DC62DEF69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823199" y="2346036"/>
            <a:ext cx="3823856" cy="3765839"/>
          </a:xfrm>
        </p:spPr>
        <p:txBody>
          <a:bodyPr/>
          <a:lstStyle/>
          <a:p>
            <a:r>
              <a:rPr lang="en-GB" noProof="0" dirty="0"/>
              <a:t>1905 Independence</a:t>
            </a:r>
          </a:p>
          <a:p>
            <a:r>
              <a:rPr lang="en-GB" dirty="0"/>
              <a:t>1906 Temporary licencing law (“the panic law”)</a:t>
            </a:r>
            <a:endParaRPr lang="en-GB" noProof="0" dirty="0"/>
          </a:p>
          <a:p>
            <a:r>
              <a:rPr lang="en-GB" noProof="0" dirty="0"/>
              <a:t>1910 NTH established</a:t>
            </a:r>
          </a:p>
        </p:txBody>
      </p:sp>
    </p:spTree>
    <p:extLst>
      <p:ext uri="{BB962C8B-B14F-4D97-AF65-F5344CB8AC3E}">
        <p14:creationId xmlns:p14="http://schemas.microsoft.com/office/powerpoint/2010/main" val="313839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5DB9-A60F-B3ED-038D-91B95E29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Two key players</a:t>
            </a:r>
          </a:p>
        </p:txBody>
      </p:sp>
      <p:pic>
        <p:nvPicPr>
          <p:cNvPr id="6" name="Content Placeholder 5" descr="A person sitting at a desk&#10;&#10;Description automatically generated with medium confidence">
            <a:extLst>
              <a:ext uri="{FF2B5EF4-FFF2-40B4-BE49-F238E27FC236}">
                <a16:creationId xmlns:a16="http://schemas.microsoft.com/office/drawing/2014/main" id="{9EB03A1D-5ABF-40BB-A1F2-E2EC8AF160BF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838200" y="2005754"/>
            <a:ext cx="5181600" cy="3829154"/>
          </a:xfrm>
        </p:spPr>
      </p:pic>
      <p:pic>
        <p:nvPicPr>
          <p:cNvPr id="8" name="Content Placeholder 7" descr="A portrait of a person&#10;&#10;Description automatically generated">
            <a:extLst>
              <a:ext uri="{FF2B5EF4-FFF2-40B4-BE49-F238E27FC236}">
                <a16:creationId xmlns:a16="http://schemas.microsoft.com/office/drawing/2014/main" id="{A998804E-DD9C-85C4-A179-0F9AEC3B3BA8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7483348" y="2091531"/>
            <a:ext cx="2584704" cy="36576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322C07-D91B-AE61-C4B4-5BE7AB38B25D}"/>
              </a:ext>
            </a:extLst>
          </p:cNvPr>
          <p:cNvSpPr txBox="1"/>
          <p:nvPr/>
        </p:nvSpPr>
        <p:spPr>
          <a:xfrm>
            <a:off x="7556938" y="6096000"/>
            <a:ext cx="317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PM Gunnar Knudsen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2C358-794C-961E-2C25-3EAC1100315B}"/>
              </a:ext>
            </a:extLst>
          </p:cNvPr>
          <p:cNvSpPr txBox="1"/>
          <p:nvPr/>
        </p:nvSpPr>
        <p:spPr>
          <a:xfrm>
            <a:off x="838200" y="5970270"/>
            <a:ext cx="3018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/>
              <a:t>Prof Gudmund Sundby</a:t>
            </a:r>
          </a:p>
        </p:txBody>
      </p:sp>
    </p:spTree>
    <p:extLst>
      <p:ext uri="{BB962C8B-B14F-4D97-AF65-F5344CB8AC3E}">
        <p14:creationId xmlns:p14="http://schemas.microsoft.com/office/powerpoint/2010/main" val="364756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ECC6-59C9-2817-4F3A-4FD5EF1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1917 Hydropower laboratory finished</a:t>
            </a:r>
          </a:p>
        </p:txBody>
      </p:sp>
      <p:pic>
        <p:nvPicPr>
          <p:cNvPr id="12" name="Content Placeholder 11" descr="A picture containing building, outdoor, house, old&#10;&#10;Description automatically generated">
            <a:extLst>
              <a:ext uri="{FF2B5EF4-FFF2-40B4-BE49-F238E27FC236}">
                <a16:creationId xmlns:a16="http://schemas.microsoft.com/office/drawing/2014/main" id="{9642D3CE-8240-DBC6-9B8A-521CF55B7A2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800766" y="1527604"/>
            <a:ext cx="3776517" cy="4980236"/>
          </a:xfrm>
        </p:spPr>
      </p:pic>
      <p:pic>
        <p:nvPicPr>
          <p:cNvPr id="16" name="Content Placeholder 15" descr="A picture containing indoor, black, white&#10;&#10;Description automatically generated">
            <a:extLst>
              <a:ext uri="{FF2B5EF4-FFF2-40B4-BE49-F238E27FC236}">
                <a16:creationId xmlns:a16="http://schemas.microsoft.com/office/drawing/2014/main" id="{22E6F84C-5BC2-E7FB-691D-94CCE4C4BCB3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8494" y="1527604"/>
            <a:ext cx="3776517" cy="5024559"/>
          </a:xfrm>
        </p:spPr>
      </p:pic>
    </p:spTree>
    <p:extLst>
      <p:ext uri="{BB962C8B-B14F-4D97-AF65-F5344CB8AC3E}">
        <p14:creationId xmlns:p14="http://schemas.microsoft.com/office/powerpoint/2010/main" val="347671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0BB-CA7A-4272-35A9-EF950F63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 err="1"/>
              <a:t>Solbergfoss</a:t>
            </a:r>
            <a:r>
              <a:rPr lang="en-GB" noProof="0" dirty="0"/>
              <a:t> hydro power plant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E88DA0-8600-FC78-24D4-C71F003777F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511878" y="1728787"/>
            <a:ext cx="6523850" cy="4901167"/>
          </a:xfrm>
        </p:spPr>
      </p:pic>
      <p:pic>
        <p:nvPicPr>
          <p:cNvPr id="6" name="Content Placeholder 5" descr="A person standing next to a person in a garment&#10;&#10;Description automatically generated with medium confidence">
            <a:extLst>
              <a:ext uri="{FF2B5EF4-FFF2-40B4-BE49-F238E27FC236}">
                <a16:creationId xmlns:a16="http://schemas.microsoft.com/office/drawing/2014/main" id="{F2468A6F-924F-D664-E070-50F5356ACFFC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7065918" y="1728788"/>
            <a:ext cx="3823755" cy="4901167"/>
          </a:xfrm>
        </p:spPr>
      </p:pic>
    </p:spTree>
    <p:extLst>
      <p:ext uri="{BB962C8B-B14F-4D97-AF65-F5344CB8AC3E}">
        <p14:creationId xmlns:p14="http://schemas.microsoft.com/office/powerpoint/2010/main" val="2607631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7794-B5F3-03BA-C2C3-14A4CF4A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High head Francis turbines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15AFE538-7B57-4AAA-6C69-B3E6060D0185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605280" y="1423988"/>
            <a:ext cx="8340341" cy="5454943"/>
          </a:xfrm>
        </p:spPr>
      </p:pic>
    </p:spTree>
    <p:extLst>
      <p:ext uri="{BB962C8B-B14F-4D97-AF65-F5344CB8AC3E}">
        <p14:creationId xmlns:p14="http://schemas.microsoft.com/office/powerpoint/2010/main" val="54474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94CB-1427-63AF-9DAC-B3F692C8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The Norwegian </a:t>
            </a:r>
            <a:r>
              <a:rPr lang="nb-NO" dirty="0" err="1"/>
              <a:t>tradition</a:t>
            </a:r>
            <a:endParaRPr lang="nb-NO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752B78-15EF-0696-8021-5993F047E9D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108037" y="1571927"/>
            <a:ext cx="3874076" cy="5112457"/>
          </a:xfrm>
        </p:spPr>
      </p:pic>
      <p:pic>
        <p:nvPicPr>
          <p:cNvPr id="11" name="Content Placeholder 10" descr="An aerial view of a large building&#10;&#10;Description automatically generated with low confidence">
            <a:extLst>
              <a:ext uri="{FF2B5EF4-FFF2-40B4-BE49-F238E27FC236}">
                <a16:creationId xmlns:a16="http://schemas.microsoft.com/office/drawing/2014/main" id="{74CA9448-3022-49BB-FA13-7B7F14E5D7FD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5494467" y="1857559"/>
            <a:ext cx="6188337" cy="407914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E0765-4641-78D6-6EFB-8A44D97D0228}"/>
              </a:ext>
            </a:extLst>
          </p:cNvPr>
          <p:cNvSpPr txBox="1"/>
          <p:nvPr/>
        </p:nvSpPr>
        <p:spPr>
          <a:xfrm>
            <a:off x="6367239" y="6268736"/>
            <a:ext cx="46091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sz="1200" dirty="0"/>
              <a:t>Oslo byarkiv: image no. </a:t>
            </a:r>
            <a:r>
              <a:rPr lang="nn-NO" sz="1200" dirty="0">
                <a:hlinkClick r:id="rId4"/>
              </a:rPr>
              <a:t>A-20027/</a:t>
            </a:r>
            <a:r>
              <a:rPr lang="nn-NO" sz="1200" dirty="0" err="1">
                <a:hlinkClick r:id="rId4"/>
              </a:rPr>
              <a:t>Ua</a:t>
            </a:r>
            <a:r>
              <a:rPr lang="nn-NO" sz="1200" dirty="0">
                <a:hlinkClick r:id="rId4"/>
              </a:rPr>
              <a:t>/0011/136</a:t>
            </a:r>
            <a:r>
              <a:rPr lang="nn-NO" sz="1200" dirty="0"/>
              <a:t>, via digitaltmuseum.no.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1221097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9DFE-0C2A-6BAF-987B-E298836F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Computational method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29D093-338A-92BA-10A6-677DDAB5D57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976497" y="1659525"/>
            <a:ext cx="4071753" cy="5198475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507EC4-D197-4A0C-AC95-1121228A5FDB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6096000" y="640581"/>
            <a:ext cx="4825685" cy="6217419"/>
          </a:xfrm>
        </p:spPr>
      </p:pic>
    </p:spTree>
    <p:extLst>
      <p:ext uri="{BB962C8B-B14F-4D97-AF65-F5344CB8AC3E}">
        <p14:creationId xmlns:p14="http://schemas.microsoft.com/office/powerpoint/2010/main" val="302667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A792-F985-93FB-0D2D-FD8C6B87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Graphical integration of flow equations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57A40C-2016-A40E-C7EE-6F82E3CBA2F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38856" y="1721181"/>
            <a:ext cx="6196210" cy="31251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BBC963-1460-B7C3-06A8-5EBB4624B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23" y="5164342"/>
            <a:ext cx="6314286" cy="1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8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C7AF-DA18-9CCE-7E17-4E55EEFD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Splitter </a:t>
            </a:r>
            <a:r>
              <a:rPr lang="nb-NO" dirty="0" err="1"/>
              <a:t>blades</a:t>
            </a:r>
            <a:endParaRPr lang="nb-NO" dirty="0"/>
          </a:p>
        </p:txBody>
      </p:sp>
      <p:pic>
        <p:nvPicPr>
          <p:cNvPr id="6" name="Content Placeholder 5" descr="Shape, arrow&#10;&#10;Description automatically generated">
            <a:extLst>
              <a:ext uri="{FF2B5EF4-FFF2-40B4-BE49-F238E27FC236}">
                <a16:creationId xmlns:a16="http://schemas.microsoft.com/office/drawing/2014/main" id="{72134BE1-9831-7D0B-AD2F-CBDDFB41B76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-508000" y="1695292"/>
            <a:ext cx="6527800" cy="4895849"/>
          </a:xfrm>
        </p:spPr>
      </p:pic>
      <p:pic>
        <p:nvPicPr>
          <p:cNvPr id="5" name="Picture 5" descr="D:\DATA\Paper\SplitterBlade.jpg">
            <a:extLst>
              <a:ext uri="{FF2B5EF4-FFF2-40B4-BE49-F238E27FC236}">
                <a16:creationId xmlns:a16="http://schemas.microsoft.com/office/drawing/2014/main" id="{E4F7D3CB-39A5-4907-4EC4-B544ECD30D1F}"/>
              </a:ext>
            </a:extLst>
          </p:cNvPr>
          <p:cNvPicPr>
            <a:picLocks noGrp="1" noChangeAspect="1" noChangeArrowheads="1"/>
          </p:cNvPicPr>
          <p:nvPr>
            <p:ph sz="quarter" idx="17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78351" y="1752296"/>
            <a:ext cx="5962545" cy="43595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10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C7AF-DA18-9CCE-7E17-4E55EEFD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Splitter </a:t>
            </a:r>
            <a:r>
              <a:rPr lang="nb-NO" dirty="0" err="1"/>
              <a:t>blades</a:t>
            </a:r>
            <a:r>
              <a:rPr lang="nb-NO" dirty="0"/>
              <a:t> </a:t>
            </a:r>
          </a:p>
        </p:txBody>
      </p:sp>
      <p:pic>
        <p:nvPicPr>
          <p:cNvPr id="6" name="Content Placeholder 5" descr="Shape, arrow&#10;&#10;Description automatically generated">
            <a:extLst>
              <a:ext uri="{FF2B5EF4-FFF2-40B4-BE49-F238E27FC236}">
                <a16:creationId xmlns:a16="http://schemas.microsoft.com/office/drawing/2014/main" id="{C89CA4C6-6B10-4F03-861C-59ED36B6890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50085" y="1345842"/>
            <a:ext cx="6787808" cy="5090855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F3EF54-10AA-A076-C7DF-426E0677F7F4}"/>
              </a:ext>
            </a:extLst>
          </p:cNvPr>
          <p:cNvSpPr/>
          <p:nvPr/>
        </p:nvSpPr>
        <p:spPr>
          <a:xfrm>
            <a:off x="4198513" y="1442434"/>
            <a:ext cx="1481070" cy="1068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8" name="Content Placeholder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AE5A50EA-17B7-94F9-47DF-3BBD0ECF3F6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4623618" y="1546168"/>
            <a:ext cx="7385379" cy="4137255"/>
          </a:xfrm>
        </p:spPr>
      </p:pic>
    </p:spTree>
    <p:extLst>
      <p:ext uri="{BB962C8B-B14F-4D97-AF65-F5344CB8AC3E}">
        <p14:creationId xmlns:p14="http://schemas.microsoft.com/office/powerpoint/2010/main" val="135234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D74B-0E1C-B87D-AD5D-F9153BA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Water </a:t>
            </a:r>
            <a:r>
              <a:rPr lang="nb-NO" dirty="0" err="1"/>
              <a:t>path</a:t>
            </a:r>
            <a:r>
              <a:rPr lang="nb-NO" dirty="0"/>
              <a:t> </a:t>
            </a:r>
            <a:r>
              <a:rPr lang="nb-NO" dirty="0" err="1"/>
              <a:t>scaling</a:t>
            </a:r>
            <a:endParaRPr lang="nb-NO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83B3C0-B694-DBBE-1F79-16D11D355DF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04172"/>
            <a:ext cx="10212946" cy="698583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E90F8-3AEA-F8D9-9736-AF2CDCE961F8}"/>
                  </a:ext>
                </a:extLst>
              </p:cNvPr>
              <p:cNvSpPr txBox="1"/>
              <p:nvPr/>
            </p:nvSpPr>
            <p:spPr>
              <a:xfrm>
                <a:off x="8102744" y="4389121"/>
                <a:ext cx="3855576" cy="1213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b-NO" sz="24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nb-N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nb-NO" sz="2400" b="0" i="1" dirty="0" smtClean="0">
                            <a:latin typeface="Cambria Math" panose="02040503050406030204" pitchFamily="18" charset="0"/>
                          </a:rPr>
                          <m:t>𝐸𝐷</m:t>
                        </m:r>
                      </m:sub>
                    </m:sSub>
                  </m:oMath>
                </a14:m>
                <a:r>
                  <a:rPr lang="nb-NO" sz="2400" dirty="0"/>
                  <a:t> – </a:t>
                </a:r>
                <a:r>
                  <a:rPr lang="nb-NO" sz="2400" dirty="0" err="1"/>
                  <a:t>unchanged</a:t>
                </a:r>
                <a:endParaRPr lang="nb-NO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nb-NO" sz="2400" b="0" i="1" smtClean="0">
                              <a:latin typeface="Cambria Math" panose="02040503050406030204" pitchFamily="18" charset="0"/>
                            </a:rPr>
                            <m:t>𝐸𝐷</m:t>
                          </m:r>
                        </m:sub>
                      </m:sSub>
                      <m:r>
                        <a:rPr lang="nb-N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nb-NO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nb-N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nb-NO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rad>
                      <m:r>
                        <a:rPr lang="nb-NO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nb-N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nb-NO" sz="2400" b="0" i="1" smtClean="0">
                              <a:latin typeface="Cambria Math" panose="02040503050406030204" pitchFamily="18" charset="0"/>
                            </a:rPr>
                            <m:t>𝐸𝐷</m:t>
                          </m:r>
                        </m:sub>
                      </m:sSub>
                    </m:oMath>
                  </m:oMathPara>
                </a14:m>
                <a:endParaRPr lang="nb-NO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E90F8-3AEA-F8D9-9736-AF2CDCE96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744" y="4389121"/>
                <a:ext cx="3855576" cy="1213217"/>
              </a:xfrm>
              <a:prstGeom prst="rect">
                <a:avLst/>
              </a:prstGeom>
              <a:blipFill>
                <a:blip r:embed="rId3"/>
                <a:stretch>
                  <a:fillRect t="-402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93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F058-3D6E-A935-E2B4-D66488FC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Series runner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259C60A7-F8EE-6D1A-A334-A0E93199AA0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749477" y="1571927"/>
            <a:ext cx="8052891" cy="5254068"/>
          </a:xfrm>
        </p:spPr>
      </p:pic>
    </p:spTree>
    <p:extLst>
      <p:ext uri="{BB962C8B-B14F-4D97-AF65-F5344CB8AC3E}">
        <p14:creationId xmlns:p14="http://schemas.microsoft.com/office/powerpoint/2010/main" val="3773676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ADB5-7775-9BA6-BD69-05E4E02E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HP CAD  / VK DAK</a:t>
            </a:r>
          </a:p>
        </p:txBody>
      </p:sp>
      <p:pic>
        <p:nvPicPr>
          <p:cNvPr id="5" name="Content Placeholder 4" descr="A picture containing logo&#10;&#10;Description automatically generated">
            <a:extLst>
              <a:ext uri="{FF2B5EF4-FFF2-40B4-BE49-F238E27FC236}">
                <a16:creationId xmlns:a16="http://schemas.microsoft.com/office/drawing/2014/main" id="{1EFE9976-55AC-8BBD-DE75-2B7644A726E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997447" y="771744"/>
            <a:ext cx="6847753" cy="5738784"/>
          </a:xfrm>
        </p:spPr>
      </p:pic>
    </p:spTree>
    <p:extLst>
      <p:ext uri="{BB962C8B-B14F-4D97-AF65-F5344CB8AC3E}">
        <p14:creationId xmlns:p14="http://schemas.microsoft.com/office/powerpoint/2010/main" val="1200982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B13E-3969-26A1-10D5-F26F4CE6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Slutt – episode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B17DA-73EE-D0F8-0291-4E422FBF16B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8288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ADB5-7775-9BA6-BD69-05E4E02E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Off-set guide vanes</a:t>
            </a:r>
          </a:p>
        </p:txBody>
      </p:sp>
      <p:graphicFrame>
        <p:nvGraphicFramePr>
          <p:cNvPr id="4" name="Object 10">
            <a:hlinkClick r:id="" action="ppaction://ole?verb=0"/>
            <a:extLst>
              <a:ext uri="{FF2B5EF4-FFF2-40B4-BE49-F238E27FC236}">
                <a16:creationId xmlns:a16="http://schemas.microsoft.com/office/drawing/2014/main" id="{3B9E1448-75B0-56D3-917B-C542EFA00D11}"/>
              </a:ext>
            </a:extLst>
          </p:cNvPr>
          <p:cNvGraphicFramePr>
            <a:graphicFrameLocks noGrp="1"/>
          </p:cNvGraphicFramePr>
          <p:nvPr>
            <p:ph sz="quarter" idx="16"/>
          </p:nvPr>
        </p:nvGraphicFramePr>
        <p:xfrm>
          <a:off x="838200" y="1975767"/>
          <a:ext cx="10515600" cy="3889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1276190" imgH="4170325" progId="Word.Document.8">
                  <p:embed/>
                </p:oleObj>
              </mc:Choice>
              <mc:Fallback>
                <p:oleObj name="Document" r:id="rId2" imgW="11276190" imgH="4170325" progId="Word.Document.8">
                  <p:embed/>
                  <p:pic>
                    <p:nvPicPr>
                      <p:cNvPr id="4" name="Object 1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B9E1448-75B0-56D3-917B-C542EFA00D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75767"/>
                        <a:ext cx="10515600" cy="3889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7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365C-1168-BE96-EC15-F897D859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Guide vane</a:t>
            </a:r>
            <a:r>
              <a:rPr lang="en-GB" baseline="0" noProof="0" dirty="0"/>
              <a:t> end seals</a:t>
            </a:r>
            <a:endParaRPr lang="en-GB" noProof="0" dirty="0"/>
          </a:p>
        </p:txBody>
      </p:sp>
      <p:pic>
        <p:nvPicPr>
          <p:cNvPr id="4" name="Picture 9" descr="C:\1NILS\PICTURES\GV_Seals.jpg">
            <a:extLst>
              <a:ext uri="{FF2B5EF4-FFF2-40B4-BE49-F238E27FC236}">
                <a16:creationId xmlns:a16="http://schemas.microsoft.com/office/drawing/2014/main" id="{03FAE42D-00FF-7F44-EB42-5410388661E5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59552" y="765860"/>
            <a:ext cx="4626864" cy="5823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2730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239FC1AE-3014-EC55-9DC1-1B660B651B8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55316" y="0"/>
            <a:ext cx="9403080" cy="686627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2682B-B748-C185-9D95-A09DB024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Pre-stressed</a:t>
            </a:r>
            <a:r>
              <a:rPr lang="en-GB" baseline="0" noProof="0" dirty="0"/>
              <a:t> covers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0955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DD89-39A2-A950-05C6-38BF3B69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Pumping plates</a:t>
            </a:r>
            <a:r>
              <a:rPr lang="en-GB" baseline="0" noProof="0" dirty="0"/>
              <a:t> &amp; non-contact shaft seal</a:t>
            </a:r>
            <a:endParaRPr lang="en-GB" noProof="0" dirty="0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7A2B07FB-4A5E-3460-369F-E87FE79C1FEE}"/>
              </a:ext>
            </a:extLst>
          </p:cNvPr>
          <p:cNvPicPr>
            <a:picLocks noGrp="1" noChangeArrowheads="1"/>
          </p:cNvPicPr>
          <p:nvPr>
            <p:ph sz="quarter" idx="16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486" y="1866989"/>
            <a:ext cx="3869546" cy="449723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F55D8F5D-319A-FCBB-4BBC-82C49283B9F5}"/>
              </a:ext>
            </a:extLst>
          </p:cNvPr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4688" y="1571926"/>
            <a:ext cx="5849112" cy="47922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7540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headdress, helmet&#10;&#10;Description automatically generated">
            <a:extLst>
              <a:ext uri="{FF2B5EF4-FFF2-40B4-BE49-F238E27FC236}">
                <a16:creationId xmlns:a16="http://schemas.microsoft.com/office/drawing/2014/main" id="{5F07D94D-7FC1-1B2B-9FB0-3FAA1044D05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02536" y="465221"/>
            <a:ext cx="9326869" cy="621791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106D74-22FF-53F2-0A76-77F92170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79" y="3233542"/>
            <a:ext cx="10515600" cy="616364"/>
          </a:xfrm>
        </p:spPr>
        <p:txBody>
          <a:bodyPr>
            <a:normAutofit fontScale="90000"/>
          </a:bodyPr>
          <a:lstStyle/>
          <a:p>
            <a:r>
              <a:rPr lang="nb-NO" dirty="0"/>
              <a:t>Open questions</a:t>
            </a:r>
          </a:p>
        </p:txBody>
      </p:sp>
    </p:spTree>
    <p:extLst>
      <p:ext uri="{BB962C8B-B14F-4D97-AF65-F5344CB8AC3E}">
        <p14:creationId xmlns:p14="http://schemas.microsoft.com/office/powerpoint/2010/main" val="2371189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27CF-F171-8FD4-2FFA-478FB724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RSI – potential effect vs viscous</a:t>
            </a:r>
            <a:r>
              <a:rPr lang="en-GB" baseline="0" noProof="0" dirty="0"/>
              <a:t> wake</a:t>
            </a:r>
            <a:endParaRPr lang="en-GB" noProof="0" dirty="0"/>
          </a:p>
        </p:txBody>
      </p:sp>
      <p:pic>
        <p:nvPicPr>
          <p:cNvPr id="5" name="Content Placeholder 4" descr="Shape, arrow&#10;&#10;Description automatically generated">
            <a:extLst>
              <a:ext uri="{FF2B5EF4-FFF2-40B4-BE49-F238E27FC236}">
                <a16:creationId xmlns:a16="http://schemas.microsoft.com/office/drawing/2014/main" id="{AF907B36-9CD1-DE25-D140-F13589E2FA4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481" y="1352282"/>
            <a:ext cx="7491263" cy="5618448"/>
          </a:xfrm>
        </p:spPr>
      </p:pic>
    </p:spTree>
    <p:extLst>
      <p:ext uri="{BB962C8B-B14F-4D97-AF65-F5344CB8AC3E}">
        <p14:creationId xmlns:p14="http://schemas.microsoft.com/office/powerpoint/2010/main" val="651449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4912-749B-F35E-9EBD-BE91127A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RSI – importance</a:t>
            </a:r>
            <a:r>
              <a:rPr lang="en-GB" baseline="0" noProof="0" dirty="0"/>
              <a:t> of blade profile</a:t>
            </a:r>
            <a:endParaRPr lang="en-GB" noProof="0" dirty="0"/>
          </a:p>
        </p:txBody>
      </p:sp>
      <p:pic>
        <p:nvPicPr>
          <p:cNvPr id="5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25BAB49-7C5C-1050-2040-43567A58545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8186" y="1472809"/>
            <a:ext cx="12578143" cy="4429628"/>
          </a:xfrm>
        </p:spPr>
      </p:pic>
    </p:spTree>
    <p:extLst>
      <p:ext uri="{BB962C8B-B14F-4D97-AF65-F5344CB8AC3E}">
        <p14:creationId xmlns:p14="http://schemas.microsoft.com/office/powerpoint/2010/main" val="295703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EFFB-9399-5632-D56F-3FD9C23E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RSI – resonance</a:t>
            </a:r>
            <a:r>
              <a:rPr lang="en-GB" baseline="0" noProof="0" dirty="0"/>
              <a:t> mechanisms</a:t>
            </a:r>
            <a:endParaRPr lang="en-GB" noProof="0" dirty="0"/>
          </a:p>
        </p:txBody>
      </p:sp>
      <p:pic>
        <p:nvPicPr>
          <p:cNvPr id="5" name="Content Placeholder 4" descr="Shape, arrow&#10;&#10;Description automatically generated">
            <a:extLst>
              <a:ext uri="{FF2B5EF4-FFF2-40B4-BE49-F238E27FC236}">
                <a16:creationId xmlns:a16="http://schemas.microsoft.com/office/drawing/2014/main" id="{187B0322-2E8C-4C6B-94BA-0DA71206DB5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5645" y="1348788"/>
            <a:ext cx="7073348" cy="5305011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BD9FC3-2C38-B4F2-CBB9-7A3F441DDC1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825625"/>
            <a:ext cx="5799268" cy="4351338"/>
          </a:xfrm>
        </p:spPr>
        <p:txBody>
          <a:bodyPr/>
          <a:lstStyle/>
          <a:p>
            <a:r>
              <a:rPr lang="en-GB" dirty="0"/>
              <a:t>Standing</a:t>
            </a:r>
            <a:r>
              <a:rPr lang="en-GB" baseline="0" dirty="0"/>
              <a:t> acoustic wave in rotor/stator void</a:t>
            </a:r>
          </a:p>
          <a:p>
            <a:r>
              <a:rPr lang="en-GB" dirty="0"/>
              <a:t>Phase relation ship between unsteady guide vane and runner flow</a:t>
            </a:r>
          </a:p>
          <a:p>
            <a:r>
              <a:rPr lang="en-GB" dirty="0"/>
              <a:t>Couple fluid and structure modes</a:t>
            </a:r>
          </a:p>
        </p:txBody>
      </p:sp>
    </p:spTree>
    <p:extLst>
      <p:ext uri="{BB962C8B-B14F-4D97-AF65-F5344CB8AC3E}">
        <p14:creationId xmlns:p14="http://schemas.microsoft.com/office/powerpoint/2010/main" val="1288947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6C5E-9B0D-70F8-C04D-F73C0CBE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RSI – question</a:t>
            </a:r>
            <a:r>
              <a:rPr lang="en-GB" baseline="0" noProof="0" dirty="0"/>
              <a:t> of size</a:t>
            </a:r>
            <a:endParaRPr lang="en-GB" noProof="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DF911D-E1DC-64E5-D8A0-4D53B9AB0C9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333500" y="1551676"/>
            <a:ext cx="8113370" cy="53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39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489D-F43F-1ED8-9273-CFF886F0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Splitter </a:t>
            </a:r>
            <a:r>
              <a:rPr lang="nb-NO" dirty="0" err="1"/>
              <a:t>blades</a:t>
            </a:r>
            <a:r>
              <a:rPr lang="nb-NO" dirty="0"/>
              <a:t> </a:t>
            </a:r>
            <a:r>
              <a:rPr lang="nb-NO" dirty="0" err="1"/>
              <a:t>vs</a:t>
            </a:r>
            <a:r>
              <a:rPr lang="nb-NO" dirty="0"/>
              <a:t> single</a:t>
            </a:r>
            <a:r>
              <a:rPr lang="nb-NO" baseline="0" dirty="0"/>
              <a:t> </a:t>
            </a:r>
            <a:r>
              <a:rPr lang="nb-NO" baseline="0" dirty="0" err="1"/>
              <a:t>blades</a:t>
            </a:r>
            <a:endParaRPr lang="nb-NO" dirty="0"/>
          </a:p>
        </p:txBody>
      </p:sp>
      <p:pic>
        <p:nvPicPr>
          <p:cNvPr id="5" name="Content Placeholder 4" descr="Shape, arrow&#10;&#10;Description automatically generated">
            <a:extLst>
              <a:ext uri="{FF2B5EF4-FFF2-40B4-BE49-F238E27FC236}">
                <a16:creationId xmlns:a16="http://schemas.microsoft.com/office/drawing/2014/main" id="{F156F98B-18CA-006C-46F0-F6BECF797C6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0422" y="1342708"/>
            <a:ext cx="7544858" cy="5658644"/>
          </a:xfrm>
        </p:spPr>
      </p:pic>
    </p:spTree>
    <p:extLst>
      <p:ext uri="{BB962C8B-B14F-4D97-AF65-F5344CB8AC3E}">
        <p14:creationId xmlns:p14="http://schemas.microsoft.com/office/powerpoint/2010/main" val="3666167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7DF9-610C-0148-C0B8-36D640BF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11" y="543439"/>
            <a:ext cx="10515600" cy="616364"/>
          </a:xfrm>
        </p:spPr>
        <p:txBody>
          <a:bodyPr>
            <a:normAutofit fontScale="90000"/>
          </a:bodyPr>
          <a:lstStyle/>
          <a:p>
            <a:r>
              <a:rPr lang="nb-NO" dirty="0"/>
              <a:t>Spiral</a:t>
            </a:r>
            <a:r>
              <a:rPr lang="nb-NO" baseline="0" dirty="0"/>
              <a:t> </a:t>
            </a:r>
            <a:r>
              <a:rPr lang="nb-NO" baseline="0" dirty="0" err="1"/>
              <a:t>casing</a:t>
            </a:r>
            <a:r>
              <a:rPr lang="nb-NO" baseline="0" dirty="0"/>
              <a:t> </a:t>
            </a:r>
            <a:r>
              <a:rPr lang="nb-NO" baseline="0" dirty="0" err="1"/>
              <a:t>vs</a:t>
            </a:r>
            <a:r>
              <a:rPr lang="nb-NO" baseline="0" dirty="0"/>
              <a:t> guide vanes</a:t>
            </a:r>
            <a:endParaRPr lang="nb-NO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D04BDD5-C9EE-C0DC-4DB6-70C5EE46666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456307" y="1159802"/>
            <a:ext cx="8652479" cy="5601605"/>
          </a:xfrm>
        </p:spPr>
      </p:pic>
    </p:spTree>
    <p:extLst>
      <p:ext uri="{BB962C8B-B14F-4D97-AF65-F5344CB8AC3E}">
        <p14:creationId xmlns:p14="http://schemas.microsoft.com/office/powerpoint/2010/main" val="745016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1D42-F1C7-443F-731E-BEEDBAFD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RVR – </a:t>
            </a:r>
            <a:r>
              <a:rPr lang="nb-NO" dirty="0" err="1"/>
              <a:t>importance</a:t>
            </a:r>
            <a:r>
              <a:rPr lang="nb-NO" baseline="0" dirty="0"/>
              <a:t> </a:t>
            </a:r>
            <a:r>
              <a:rPr lang="nb-NO" baseline="0" dirty="0" err="1"/>
              <a:t>of</a:t>
            </a:r>
            <a:r>
              <a:rPr lang="nb-NO" baseline="0" dirty="0"/>
              <a:t> </a:t>
            </a:r>
            <a:r>
              <a:rPr lang="nb-NO" baseline="0" dirty="0" err="1"/>
              <a:t>energy</a:t>
            </a:r>
            <a:r>
              <a:rPr lang="nb-NO" baseline="0" dirty="0"/>
              <a:t> </a:t>
            </a:r>
            <a:r>
              <a:rPr lang="nb-NO" baseline="0" dirty="0" err="1"/>
              <a:t>distribution</a:t>
            </a:r>
            <a:endParaRPr lang="nb-NO" dirty="0"/>
          </a:p>
        </p:txBody>
      </p:sp>
      <p:pic>
        <p:nvPicPr>
          <p:cNvPr id="6" name="Content Placeholder 5" descr="Company name&#10;&#10;Description automatically generated with medium confidence">
            <a:extLst>
              <a:ext uri="{FF2B5EF4-FFF2-40B4-BE49-F238E27FC236}">
                <a16:creationId xmlns:a16="http://schemas.microsoft.com/office/drawing/2014/main" id="{8B7CC6CE-C56A-F380-E048-4971C3E6E49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3173942" y="-598328"/>
            <a:ext cx="8946938" cy="671020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4DEB86-1306-C5FB-597B-0A688882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1927"/>
            <a:ext cx="3949158" cy="471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87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D16E-0B2F-8B14-1522-799D1403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err="1"/>
              <a:t>Conclusion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CC48-662F-DB94-3EF8-B2B2EF6DA73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1D9A2-3A96-A556-A456-80FCAD0D1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1926"/>
            <a:ext cx="7906555" cy="5047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BCF145-45E8-A3DA-60EF-2A6AAC56AD2D}"/>
              </a:ext>
            </a:extLst>
          </p:cNvPr>
          <p:cNvSpPr txBox="1"/>
          <p:nvPr/>
        </p:nvSpPr>
        <p:spPr>
          <a:xfrm>
            <a:off x="1008416" y="5442424"/>
            <a:ext cx="8359104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3200" dirty="0" err="1"/>
              <a:t>Statkraft</a:t>
            </a:r>
            <a:r>
              <a:rPr lang="en-GB" sz="3200" dirty="0"/>
              <a:t> uprating in Hardanger – largest project  in 40 years. Increasing from 250 MW to 880 MW</a:t>
            </a:r>
          </a:p>
        </p:txBody>
      </p:sp>
    </p:spTree>
    <p:extLst>
      <p:ext uri="{BB962C8B-B14F-4D97-AF65-F5344CB8AC3E}">
        <p14:creationId xmlns:p14="http://schemas.microsoft.com/office/powerpoint/2010/main" val="1282964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ulticonsult lyst tema">
  <a:themeElements>
    <a:clrScheme name="Egendefinert 1">
      <a:dk1>
        <a:srgbClr val="57585C"/>
      </a:dk1>
      <a:lt1>
        <a:srgbClr val="FCFCFC"/>
      </a:lt1>
      <a:dk2>
        <a:srgbClr val="57585D"/>
      </a:dk2>
      <a:lt2>
        <a:srgbClr val="E5E5E5"/>
      </a:lt2>
      <a:accent1>
        <a:srgbClr val="57595B"/>
      </a:accent1>
      <a:accent2>
        <a:srgbClr val="F7982E"/>
      </a:accent2>
      <a:accent3>
        <a:srgbClr val="00A76D"/>
      </a:accent3>
      <a:accent4>
        <a:srgbClr val="4B3364"/>
      </a:accent4>
      <a:accent5>
        <a:srgbClr val="063341"/>
      </a:accent5>
      <a:accent6>
        <a:srgbClr val="808185"/>
      </a:accent6>
      <a:hlink>
        <a:srgbClr val="F6972F"/>
      </a:hlink>
      <a:folHlink>
        <a:srgbClr val="7F808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2E481D-B512-4825-A695-E434D54AA131}" vid="{4F929D29-3D1C-4075-9239-227F64F2070E}"/>
    </a:ext>
  </a:extLst>
</a:theme>
</file>

<file path=ppt/theme/theme2.xml><?xml version="1.0" encoding="utf-8"?>
<a:theme xmlns:a="http://schemas.openxmlformats.org/drawingml/2006/main" name="1_Multiconsult lyst tema">
  <a:themeElements>
    <a:clrScheme name="Egendefinert 1">
      <a:dk1>
        <a:srgbClr val="57585C"/>
      </a:dk1>
      <a:lt1>
        <a:srgbClr val="FCFCFC"/>
      </a:lt1>
      <a:dk2>
        <a:srgbClr val="57585D"/>
      </a:dk2>
      <a:lt2>
        <a:srgbClr val="E5E5E5"/>
      </a:lt2>
      <a:accent1>
        <a:srgbClr val="57595B"/>
      </a:accent1>
      <a:accent2>
        <a:srgbClr val="F7982E"/>
      </a:accent2>
      <a:accent3>
        <a:srgbClr val="00A76D"/>
      </a:accent3>
      <a:accent4>
        <a:srgbClr val="4B3364"/>
      </a:accent4>
      <a:accent5>
        <a:srgbClr val="063341"/>
      </a:accent5>
      <a:accent6>
        <a:srgbClr val="808185"/>
      </a:accent6>
      <a:hlink>
        <a:srgbClr val="F6972F"/>
      </a:hlink>
      <a:folHlink>
        <a:srgbClr val="7F808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2E481D-B512-4825-A695-E434D54AA131}" vid="{1DDB0C4B-8CA6-4AA0-83E9-19388D623945}"/>
    </a:ext>
  </a:extLst>
</a:theme>
</file>

<file path=ppt/theme/theme3.xml><?xml version="1.0" encoding="utf-8"?>
<a:theme xmlns:a="http://schemas.openxmlformats.org/drawingml/2006/main" name="Multiconsult mørkt tema">
  <a:themeElements>
    <a:clrScheme name="Multiconsult 201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2942D"/>
      </a:accent1>
      <a:accent2>
        <a:srgbClr val="57595B"/>
      </a:accent2>
      <a:accent3>
        <a:srgbClr val="00A76D"/>
      </a:accent3>
      <a:accent4>
        <a:srgbClr val="4B3364"/>
      </a:accent4>
      <a:accent5>
        <a:srgbClr val="063341"/>
      </a:accent5>
      <a:accent6>
        <a:srgbClr val="808185"/>
      </a:accent6>
      <a:hlink>
        <a:srgbClr val="163139"/>
      </a:hlink>
      <a:folHlink>
        <a:srgbClr val="482C5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B2E481D-B512-4825-A695-E434D54AA131}" vid="{C7F56331-355C-494F-845F-E54C4A83BA87}"/>
    </a:ext>
  </a:extLst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],"templateName":"Multiconsult - Mal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4BE76ADC4DB44BB2EA4FF815762E43" ma:contentTypeVersion="14" ma:contentTypeDescription="Opprett et nytt dokument." ma:contentTypeScope="" ma:versionID="63edb40ad0cd5f5345ce5f5fc86428c7">
  <xsd:schema xmlns:xsd="http://www.w3.org/2001/XMLSchema" xmlns:xs="http://www.w3.org/2001/XMLSchema" xmlns:p="http://schemas.microsoft.com/office/2006/metadata/properties" xmlns:ns3="a50aced6-8f13-44eb-a601-bbd1a3a680f2" xmlns:ns4="8f2db121-fa07-4722-8ac0-7292b74933c5" targetNamespace="http://schemas.microsoft.com/office/2006/metadata/properties" ma:root="true" ma:fieldsID="cdb64dc898613fd789cb5417a5bf2e07" ns3:_="" ns4:_="">
    <xsd:import namespace="a50aced6-8f13-44eb-a601-bbd1a3a680f2"/>
    <xsd:import namespace="8f2db121-fa07-4722-8ac0-7292b74933c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0aced6-8f13-44eb-a601-bbd1a3a680f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for deling av tips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2db121-fa07-4722-8ac0-7292b74933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35F564-0B37-4A1C-91F2-AE1B560D9858}">
  <ds:schemaRefs/>
</ds:datastoreItem>
</file>

<file path=customXml/itemProps2.xml><?xml version="1.0" encoding="utf-8"?>
<ds:datastoreItem xmlns:ds="http://schemas.openxmlformats.org/officeDocument/2006/customXml" ds:itemID="{D7039323-4C37-4920-B4E2-D1F88175D460}">
  <ds:schemaRefs/>
</ds:datastoreItem>
</file>

<file path=customXml/itemProps3.xml><?xml version="1.0" encoding="utf-8"?>
<ds:datastoreItem xmlns:ds="http://schemas.openxmlformats.org/officeDocument/2006/customXml" ds:itemID="{6C00C3CC-BA87-4172-983D-7E09AFFA4D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0aced6-8f13-44eb-a601-bbd1a3a680f2"/>
    <ds:schemaRef ds:uri="8f2db121-fa07-4722-8ac0-7292b74933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1F9F5AA-47B9-4620-9859-D4B228F70235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F98798CC-9975-4503-ABE1-3AD5745C9B03}">
  <ds:schemaRefs>
    <ds:schemaRef ds:uri="8f2db121-fa07-4722-8ac0-7292b74933c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a50aced6-8f13-44eb-a601-bbd1a3a680f2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969</TotalTime>
  <Words>226</Words>
  <Application>Microsoft Office PowerPoint</Application>
  <PresentationFormat>Widescreen</PresentationFormat>
  <Paragraphs>48</Paragraphs>
  <Slides>29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Cambria Math</vt:lpstr>
      <vt:lpstr>Jost</vt:lpstr>
      <vt:lpstr>Multiconsult lyst tema</vt:lpstr>
      <vt:lpstr>1_Multiconsult lyst tema</vt:lpstr>
      <vt:lpstr>Multiconsult mørkt tema</vt:lpstr>
      <vt:lpstr>think-cell Slide</vt:lpstr>
      <vt:lpstr>Document</vt:lpstr>
      <vt:lpstr>Norwegian development of high head Francis turbines - a brief historic review and some open question</vt:lpstr>
      <vt:lpstr>Outline</vt:lpstr>
      <vt:lpstr>A small detour</vt:lpstr>
      <vt:lpstr>Two key players</vt:lpstr>
      <vt:lpstr>1917 Hydropower laboratory finished</vt:lpstr>
      <vt:lpstr>Solbergfoss hydro power plant</vt:lpstr>
      <vt:lpstr>High head Francis turbines</vt:lpstr>
      <vt:lpstr>The Norwegian tradition</vt:lpstr>
      <vt:lpstr>Computational method</vt:lpstr>
      <vt:lpstr>Graphical integration of flow equations </vt:lpstr>
      <vt:lpstr>Splitter blades</vt:lpstr>
      <vt:lpstr>Splitter blades </vt:lpstr>
      <vt:lpstr>Water path scaling</vt:lpstr>
      <vt:lpstr>Series runner</vt:lpstr>
      <vt:lpstr>HP CAD  / VK DAK</vt:lpstr>
      <vt:lpstr>Slutt – episode 1</vt:lpstr>
      <vt:lpstr>Off-set guide vanes</vt:lpstr>
      <vt:lpstr>Guide vane end seals</vt:lpstr>
      <vt:lpstr>Pre-stressed covers</vt:lpstr>
      <vt:lpstr>Pumping plates &amp; non-contact shaft seal</vt:lpstr>
      <vt:lpstr>Open questions</vt:lpstr>
      <vt:lpstr>RSI – potential effect vs viscous wake</vt:lpstr>
      <vt:lpstr>RSI – importance of blade profile</vt:lpstr>
      <vt:lpstr>RSI – resonance mechanisms</vt:lpstr>
      <vt:lpstr>RSI – question of size</vt:lpstr>
      <vt:lpstr>Splitter blades vs single blades</vt:lpstr>
      <vt:lpstr>Spiral casing vs guide vanes</vt:lpstr>
      <vt:lpstr>RVR – importance of energy distribution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Ohlenbusch, Jan</dc:creator>
  <cp:lastModifiedBy>Børresen, Bjarne</cp:lastModifiedBy>
  <cp:revision>2</cp:revision>
  <dcterms:created xsi:type="dcterms:W3CDTF">2022-06-24T12:18:57Z</dcterms:created>
  <dcterms:modified xsi:type="dcterms:W3CDTF">2024-02-14T07:28:38Z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2022-02-10T14:13:11</vt:lpwstr>
  </property>
  <property fmtid="{D5CDD505-2E9C-101B-9397-08002B2CF9AE}" pid="3" name="TemplafyTenantId">
    <vt:lpwstr>multiconsult</vt:lpwstr>
  </property>
  <property fmtid="{D5CDD505-2E9C-101B-9397-08002B2CF9AE}" pid="4" name="TemplafyTemplateId">
    <vt:lpwstr>637800991909834605</vt:lpwstr>
  </property>
  <property fmtid="{D5CDD505-2E9C-101B-9397-08002B2CF9AE}" pid="5" name="TemplafyUserProfileId">
    <vt:lpwstr>637720223138849376</vt:lpwstr>
  </property>
  <property fmtid="{D5CDD505-2E9C-101B-9397-08002B2CF9AE}" pid="6" name="TemplafyLanguageCode">
    <vt:lpwstr>nb-NO</vt:lpwstr>
  </property>
  <property fmtid="{D5CDD505-2E9C-101B-9397-08002B2CF9AE}" pid="7" name="TemplafyFromBlank">
    <vt:bool>true</vt:bool>
  </property>
  <property fmtid="{D5CDD505-2E9C-101B-9397-08002B2CF9AE}" pid="8" name="ContentTypeId">
    <vt:lpwstr>0x010100004BE76ADC4DB44BB2EA4FF815762E43</vt:lpwstr>
  </property>
</Properties>
</file>